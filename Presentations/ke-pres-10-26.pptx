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85" r:id="rId2"/>
    <p:sldId id="314" r:id="rId3"/>
    <p:sldId id="306" r:id="rId4"/>
    <p:sldId id="310" r:id="rId5"/>
    <p:sldId id="272" r:id="rId6"/>
    <p:sldId id="266" r:id="rId7"/>
    <p:sldId id="263" r:id="rId8"/>
    <p:sldId id="286" r:id="rId9"/>
    <p:sldId id="311" r:id="rId10"/>
    <p:sldId id="297" r:id="rId11"/>
    <p:sldId id="287" r:id="rId12"/>
    <p:sldId id="288" r:id="rId13"/>
    <p:sldId id="289" r:id="rId14"/>
    <p:sldId id="290" r:id="rId15"/>
    <p:sldId id="294" r:id="rId16"/>
    <p:sldId id="312" r:id="rId17"/>
    <p:sldId id="313" r:id="rId18"/>
    <p:sldId id="281" r:id="rId19"/>
    <p:sldId id="304" r:id="rId20"/>
    <p:sldId id="270" r:id="rId21"/>
    <p:sldId id="308" r:id="rId22"/>
    <p:sldId id="309" r:id="rId23"/>
    <p:sldId id="295" r:id="rId24"/>
    <p:sldId id="300" r:id="rId25"/>
    <p:sldId id="305" r:id="rId2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20" autoAdjust="0"/>
    <p:restoredTop sz="84906"/>
  </p:normalViewPr>
  <p:slideViewPr>
    <p:cSldViewPr snapToGrid="0" showGuides="1">
      <p:cViewPr varScale="1">
        <p:scale>
          <a:sx n="125" d="100"/>
          <a:sy n="125" d="100"/>
        </p:scale>
        <p:origin x="488" y="184"/>
      </p:cViewPr>
      <p:guideLst>
        <p:guide orient="horz" pos="2424"/>
        <p:guide pos="3840"/>
      </p:guideLst>
    </p:cSldViewPr>
  </p:slid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185" d="100"/>
          <a:sy n="185" d="100"/>
        </p:scale>
        <p:origin x="6462" y="15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DB0CA4E-B77A-0576-8001-15E6412EBDAE}"/>
              </a:ext>
            </a:extLst>
          </p:cNvPr>
          <p:cNvSpPr>
            <a:spLocks noGrp="1"/>
          </p:cNvSpPr>
          <p:nvPr>
            <p:ph type="ftr" sz="quarter" idx="2"/>
          </p:nvPr>
        </p:nvSpPr>
        <p:spPr>
          <a:xfrm>
            <a:off x="431010" y="8893492"/>
            <a:ext cx="5421375" cy="242289"/>
          </a:xfrm>
          <a:prstGeom prst="rect">
            <a:avLst/>
          </a:prstGeom>
        </p:spPr>
        <p:txBody>
          <a:bodyPr vert="horz" lIns="93177" tIns="46589" rIns="93177" bIns="46589" rtlCol="0" anchor="b"/>
          <a:lstStyle>
            <a:lvl1pPr algn="l">
              <a:defRPr sz="1200"/>
            </a:lvl1pPr>
          </a:lstStyle>
          <a:p>
            <a:endParaRPr lang="en-US" sz="800"/>
          </a:p>
        </p:txBody>
      </p:sp>
      <p:sp>
        <p:nvSpPr>
          <p:cNvPr id="5" name="Slide Number Placeholder 4">
            <a:extLst>
              <a:ext uri="{FF2B5EF4-FFF2-40B4-BE49-F238E27FC236}">
                <a16:creationId xmlns:a16="http://schemas.microsoft.com/office/drawing/2014/main" id="{011C10B1-63C1-ED44-E825-0499D60A6013}"/>
              </a:ext>
            </a:extLst>
          </p:cNvPr>
          <p:cNvSpPr>
            <a:spLocks noGrp="1"/>
          </p:cNvSpPr>
          <p:nvPr>
            <p:ph type="sldNum" sz="quarter" idx="3"/>
          </p:nvPr>
        </p:nvSpPr>
        <p:spPr>
          <a:xfrm>
            <a:off x="5914700" y="112074"/>
            <a:ext cx="959062" cy="242290"/>
          </a:xfrm>
          <a:prstGeom prst="rect">
            <a:avLst/>
          </a:prstGeom>
        </p:spPr>
        <p:txBody>
          <a:bodyPr vert="horz" lIns="93177" tIns="46589" rIns="93177" bIns="46589" rtlCol="0" anchor="b"/>
          <a:lstStyle>
            <a:lvl1pPr algn="r">
              <a:defRPr sz="1200"/>
            </a:lvl1pPr>
          </a:lstStyle>
          <a:p>
            <a:fld id="{C33A213D-7F76-41B0-A925-BC32A60B99E4}" type="slidenum">
              <a:rPr lang="en-US" smtClean="0"/>
              <a:t>‹#›</a:t>
            </a:fld>
            <a:endParaRPr lang="en-US"/>
          </a:p>
        </p:txBody>
      </p:sp>
      <p:pic>
        <p:nvPicPr>
          <p:cNvPr id="6" name="Graphic 5">
            <a:extLst>
              <a:ext uri="{FF2B5EF4-FFF2-40B4-BE49-F238E27FC236}">
                <a16:creationId xmlns:a16="http://schemas.microsoft.com/office/drawing/2014/main" id="{E298D148-FBFF-5BB9-0CB7-01019B120A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2384" y="8942038"/>
            <a:ext cx="461904" cy="242289"/>
          </a:xfrm>
          <a:prstGeom prst="rect">
            <a:avLst/>
          </a:prstGeom>
        </p:spPr>
      </p:pic>
    </p:spTree>
    <p:extLst>
      <p:ext uri="{BB962C8B-B14F-4D97-AF65-F5344CB8AC3E}">
        <p14:creationId xmlns:p14="http://schemas.microsoft.com/office/powerpoint/2010/main" val="179105092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28"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42913" y="609600"/>
            <a:ext cx="4032250" cy="2268538"/>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431010" y="3109129"/>
            <a:ext cx="5878350" cy="503555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CE2D9AAA-DBCE-3AF9-56D8-BD9B3D1E0A4C}"/>
              </a:ext>
            </a:extLst>
          </p:cNvPr>
          <p:cNvSpPr>
            <a:spLocks noGrp="1"/>
          </p:cNvSpPr>
          <p:nvPr>
            <p:ph type="ftr" sz="quarter" idx="4"/>
          </p:nvPr>
        </p:nvSpPr>
        <p:spPr>
          <a:xfrm>
            <a:off x="431010" y="8893492"/>
            <a:ext cx="5421375" cy="242289"/>
          </a:xfrm>
          <a:prstGeom prst="rect">
            <a:avLst/>
          </a:prstGeom>
        </p:spPr>
        <p:txBody>
          <a:bodyPr vert="horz" lIns="93177" tIns="46589" rIns="93177" bIns="46589" rtlCol="0" anchor="b"/>
          <a:lstStyle>
            <a:lvl1pPr algn="l">
              <a:defRPr sz="1200"/>
            </a:lvl1pPr>
          </a:lstStyle>
          <a:p>
            <a:endParaRPr lang="en-US" sz="800"/>
          </a:p>
        </p:txBody>
      </p:sp>
      <p:sp>
        <p:nvSpPr>
          <p:cNvPr id="9" name="Slide Number Placeholder 4">
            <a:extLst>
              <a:ext uri="{FF2B5EF4-FFF2-40B4-BE49-F238E27FC236}">
                <a16:creationId xmlns:a16="http://schemas.microsoft.com/office/drawing/2014/main" id="{AA7DD2D7-2E89-65C0-63F2-744B2B3BC91C}"/>
              </a:ext>
            </a:extLst>
          </p:cNvPr>
          <p:cNvSpPr>
            <a:spLocks noGrp="1"/>
          </p:cNvSpPr>
          <p:nvPr>
            <p:ph type="sldNum" sz="quarter" idx="5"/>
          </p:nvPr>
        </p:nvSpPr>
        <p:spPr>
          <a:xfrm>
            <a:off x="5914700" y="112074"/>
            <a:ext cx="959062" cy="242290"/>
          </a:xfrm>
          <a:prstGeom prst="rect">
            <a:avLst/>
          </a:prstGeom>
        </p:spPr>
        <p:txBody>
          <a:bodyPr vert="horz" lIns="93177" tIns="46589" rIns="93177" bIns="46589" rtlCol="0" anchor="b"/>
          <a:lstStyle>
            <a:lvl1pPr algn="r">
              <a:defRPr sz="1200"/>
            </a:lvl1pPr>
          </a:lstStyle>
          <a:p>
            <a:fld id="{C33A213D-7F76-41B0-A925-BC32A60B99E4}" type="slidenum">
              <a:rPr lang="en-US" smtClean="0"/>
              <a:t>‹#›</a:t>
            </a:fld>
            <a:endParaRPr lang="en-US"/>
          </a:p>
        </p:txBody>
      </p:sp>
      <p:pic>
        <p:nvPicPr>
          <p:cNvPr id="10" name="Graphic 9">
            <a:extLst>
              <a:ext uri="{FF2B5EF4-FFF2-40B4-BE49-F238E27FC236}">
                <a16:creationId xmlns:a16="http://schemas.microsoft.com/office/drawing/2014/main" id="{E504C3D2-F00F-602E-B3C8-A5493DEEE5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2384" y="8942038"/>
            <a:ext cx="461904" cy="242289"/>
          </a:xfrm>
          <a:prstGeom prst="rect">
            <a:avLst/>
          </a:prstGeom>
        </p:spPr>
      </p:pic>
    </p:spTree>
    <p:extLst>
      <p:ext uri="{BB962C8B-B14F-4D97-AF65-F5344CB8AC3E}">
        <p14:creationId xmlns:p14="http://schemas.microsoft.com/office/powerpoint/2010/main" val="3354027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28"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89FE-611F-4D82-70A6-431653437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4FF27-2659-1F5A-1B2C-4954C191C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E9A94-5332-C826-AA99-ED226A6D8FB4}"/>
              </a:ext>
            </a:extLst>
          </p:cNvPr>
          <p:cNvSpPr>
            <a:spLocks noGrp="1"/>
          </p:cNvSpPr>
          <p:nvPr>
            <p:ph type="body" idx="1"/>
          </p:nvPr>
        </p:nvSpPr>
        <p:spPr/>
        <p:txBody>
          <a:bodyPr/>
          <a:lstStyle/>
          <a:p>
            <a:r>
              <a:rPr lang="en-US" dirty="0"/>
              <a:t>Welcome to [CLASS TITLE]</a:t>
            </a:r>
            <a:endParaRPr lang="en-US" sz="1000" dirty="0"/>
          </a:p>
          <a:p>
            <a:endParaRPr lang="en-US" sz="1000" dirty="0"/>
          </a:p>
          <a:p>
            <a:r>
              <a:rPr lang="en-US" dirty="0"/>
              <a:t>I am </a:t>
            </a:r>
            <a:r>
              <a:rPr lang="en-US" b="1" dirty="0"/>
              <a:t>Greg Bousley</a:t>
            </a:r>
            <a:r>
              <a:rPr lang="en-US" dirty="0"/>
              <a:t>. </a:t>
            </a:r>
          </a:p>
          <a:p>
            <a:pPr marL="171450" indent="-171450">
              <a:buFont typeface="Arial" panose="020B0604020202020204" pitchFamily="34" charset="0"/>
              <a:buChar char="•"/>
            </a:pPr>
            <a:r>
              <a:rPr lang="en-US" dirty="0"/>
              <a:t>I’ve been with Hyland for a little over three years as an Instructional Designer, </a:t>
            </a:r>
          </a:p>
          <a:p>
            <a:pPr marL="171450" indent="-171450">
              <a:buFont typeface="Arial" panose="020B0604020202020204" pitchFamily="34" charset="0"/>
              <a:buChar char="•"/>
            </a:pPr>
            <a:r>
              <a:rPr lang="en-US" dirty="0"/>
              <a:t>main focus has been creating fun, practical learning content for Alfresco and Content Innovation Cloud. </a:t>
            </a:r>
          </a:p>
          <a:p>
            <a:pPr marL="171450" indent="-171450">
              <a:buFont typeface="Arial" panose="020B0604020202020204" pitchFamily="34" charset="0"/>
              <a:buChar char="•"/>
            </a:pPr>
            <a:r>
              <a:rPr lang="en-US" dirty="0"/>
              <a:t>excited to share information about Knowledge Enrichment. </a:t>
            </a:r>
          </a:p>
          <a:p>
            <a:endParaRPr lang="en-US" dirty="0"/>
          </a:p>
          <a:p>
            <a:r>
              <a:rPr lang="en-US" dirty="0"/>
              <a:t>With me today are…</a:t>
            </a:r>
          </a:p>
          <a:p>
            <a:endParaRPr lang="en-US" dirty="0"/>
          </a:p>
          <a:p>
            <a:r>
              <a:rPr lang="en-US" dirty="0"/>
              <a:t>Share:</a:t>
            </a:r>
            <a:br>
              <a:rPr lang="en-US" dirty="0"/>
            </a:br>
            <a:r>
              <a:rPr lang="en-US" dirty="0"/>
              <a:t>https://</a:t>
            </a:r>
            <a:r>
              <a:rPr lang="en-US" dirty="0" err="1"/>
              <a:t>github.com</a:t>
            </a:r>
            <a:r>
              <a:rPr lang="en-US" dirty="0"/>
              <a:t>/</a:t>
            </a:r>
            <a:r>
              <a:rPr lang="en-US" dirty="0" err="1"/>
              <a:t>GBHyland</a:t>
            </a:r>
            <a:r>
              <a:rPr lang="en-US" dirty="0"/>
              <a:t>/Hyland-Knowledge-Enrichment-HandsOn</a:t>
            </a:r>
          </a:p>
        </p:txBody>
      </p:sp>
      <p:sp>
        <p:nvSpPr>
          <p:cNvPr id="4" name="Slide Number Placeholder 3">
            <a:extLst>
              <a:ext uri="{FF2B5EF4-FFF2-40B4-BE49-F238E27FC236}">
                <a16:creationId xmlns:a16="http://schemas.microsoft.com/office/drawing/2014/main" id="{B93B9E28-B9FA-F09F-0203-4BB20D8572D1}"/>
              </a:ext>
            </a:extLst>
          </p:cNvPr>
          <p:cNvSpPr>
            <a:spLocks noGrp="1"/>
          </p:cNvSpPr>
          <p:nvPr>
            <p:ph type="sldNum" sz="quarter" idx="5"/>
          </p:nvPr>
        </p:nvSpPr>
        <p:spPr/>
        <p:txBody>
          <a:bodyPr/>
          <a:lstStyle/>
          <a:p>
            <a:fld id="{C33A213D-7F76-41B0-A925-BC32A60B99E4}" type="slidenum">
              <a:rPr lang="en-US" smtClean="0"/>
              <a:t>1</a:t>
            </a:fld>
            <a:endParaRPr lang="en-US"/>
          </a:p>
        </p:txBody>
      </p:sp>
    </p:spTree>
    <p:extLst>
      <p:ext uri="{BB962C8B-B14F-4D97-AF65-F5344CB8AC3E}">
        <p14:creationId xmlns:p14="http://schemas.microsoft.com/office/powerpoint/2010/main" val="3228947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you’ve learned about AB and KD, and we’re about to talk about 1 more </a:t>
            </a:r>
            <a:r>
              <a:rPr lang="en-US" dirty="0" err="1"/>
              <a:t>prodcut</a:t>
            </a:r>
            <a:r>
              <a:rPr lang="en-US" dirty="0"/>
              <a:t>, KE. But first, let’s discover the difference between these 3 products. </a:t>
            </a:r>
          </a:p>
          <a:p>
            <a:r>
              <a:rPr lang="en-US" dirty="0"/>
              <a:t>Think of these three tools as </a:t>
            </a:r>
            <a:r>
              <a:rPr lang="en-US" b="1" dirty="0"/>
              <a:t>different parts of the same intelligent knowledge system</a:t>
            </a:r>
            <a:r>
              <a:rPr lang="en-US" dirty="0"/>
              <a:t>, each solving a different problem.</a:t>
            </a:r>
          </a:p>
          <a:p>
            <a:endParaRPr lang="en-US" dirty="0"/>
          </a:p>
          <a:p>
            <a:r>
              <a:rPr lang="en-US" b="1" dirty="0"/>
              <a:t>[click] Knowledge Discovery</a:t>
            </a:r>
            <a:r>
              <a:rPr lang="en-US" dirty="0"/>
              <a:t> is the tool that </a:t>
            </a:r>
            <a:r>
              <a:rPr lang="en-US" b="1" dirty="0"/>
              <a:t>helps you find information once it’s organized</a:t>
            </a:r>
            <a:r>
              <a:rPr lang="en-US" dirty="0"/>
              <a:t>. It allows users to ask questions in natural language and searches across your enriched content to return the most relevant answers and documents.</a:t>
            </a:r>
          </a:p>
          <a:p>
            <a:endParaRPr lang="en-US" dirty="0"/>
          </a:p>
          <a:p>
            <a:r>
              <a:rPr lang="en-US" b="1" dirty="0"/>
              <a:t>[click] Agent Builder</a:t>
            </a:r>
            <a:r>
              <a:rPr lang="en-US" dirty="0"/>
              <a:t> is the layer that </a:t>
            </a:r>
            <a:r>
              <a:rPr lang="en-US" b="1" dirty="0"/>
              <a:t>turns that knowledge into an interactive assistant</a:t>
            </a:r>
            <a:r>
              <a:rPr lang="en-US" dirty="0"/>
              <a:t>. It allows you to build AI agents that can answer questions, guide users, and even perform actions using the information found through Discovery.</a:t>
            </a:r>
          </a:p>
          <a:p>
            <a:endParaRPr lang="en-US" dirty="0"/>
          </a:p>
          <a:p>
            <a:r>
              <a:rPr lang="en-US" b="1" dirty="0"/>
              <a:t>[click] Knowledge Enrichment</a:t>
            </a:r>
            <a:r>
              <a:rPr lang="en-US" dirty="0"/>
              <a:t> is the tool that </a:t>
            </a:r>
            <a:r>
              <a:rPr lang="en-US" b="1" dirty="0"/>
              <a:t>reads and understands your documents</a:t>
            </a:r>
            <a:r>
              <a:rPr lang="en-US" dirty="0"/>
              <a:t>. It analyzes both image and non-image files like contracts, invoices, or reports and extracts important information—things like names, dates, account numbers, or topics—and turns that into structured data that systems can understand.</a:t>
            </a:r>
          </a:p>
        </p:txBody>
      </p:sp>
      <p:sp>
        <p:nvSpPr>
          <p:cNvPr id="4" name="Slide Number Placeholder 3"/>
          <p:cNvSpPr>
            <a:spLocks noGrp="1"/>
          </p:cNvSpPr>
          <p:nvPr>
            <p:ph type="sldNum" sz="quarter" idx="5"/>
          </p:nvPr>
        </p:nvSpPr>
        <p:spPr/>
        <p:txBody>
          <a:bodyPr/>
          <a:lstStyle/>
          <a:p>
            <a:fld id="{C33A213D-7F76-41B0-A925-BC32A60B99E4}" type="slidenum">
              <a:rPr lang="en-US" smtClean="0"/>
              <a:t>3</a:t>
            </a:fld>
            <a:endParaRPr lang="en-US"/>
          </a:p>
        </p:txBody>
      </p:sp>
    </p:spTree>
    <p:extLst>
      <p:ext uri="{BB962C8B-B14F-4D97-AF65-F5344CB8AC3E}">
        <p14:creationId xmlns:p14="http://schemas.microsoft.com/office/powerpoint/2010/main" val="902792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ED79-9BC5-EE96-9F95-DDAE4A5E5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FC2F1-43F8-178C-3D04-9EDA3294A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D92E6-ABAF-AB3F-91EA-DCAE6C4152C9}"/>
              </a:ext>
            </a:extLst>
          </p:cNvPr>
          <p:cNvSpPr>
            <a:spLocks noGrp="1"/>
          </p:cNvSpPr>
          <p:nvPr>
            <p:ph type="body" idx="1"/>
          </p:nvPr>
        </p:nvSpPr>
        <p:spPr/>
        <p:txBody>
          <a:bodyPr/>
          <a:lstStyle/>
          <a:p>
            <a:r>
              <a:rPr lang="en-US" b="1" dirty="0"/>
              <a:t>Let’s start by defining Knowledge Enrichment</a:t>
            </a:r>
            <a:r>
              <a:rPr lang="en-US" b="0" dirty="0"/>
              <a:t>, and I want to note that for the next few slides, we’re talking about A KE env and not specifically Hyland’s KE service. It’s important to understand all the heavy lifting that KE does before we talk about how Hyland has solutioned for it. </a:t>
            </a:r>
            <a:endParaRPr lang="en-US" b="1"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KE is a service that…</a:t>
            </a:r>
          </a:p>
          <a:p>
            <a:r>
              <a:rPr lang="en-US" sz="1200" b="0" i="0" kern="1200" dirty="0">
                <a:solidFill>
                  <a:schemeClr val="tx1"/>
                </a:solidFill>
                <a:effectLst/>
                <a:latin typeface="+mn-lt"/>
                <a:ea typeface="+mn-ea"/>
                <a:cs typeface="+mn-cs"/>
              </a:rPr>
              <a:t>[CLICK] KE is designed to add intelligence </a:t>
            </a:r>
            <a:r>
              <a:rPr lang="en-US" dirty="0"/>
              <a:t>to your content through analyzation &amp; attaching meaningful metadata, context, and relationships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A KE environment should </a:t>
            </a:r>
            <a:r>
              <a:rPr lang="en-US" b="1" dirty="0">
                <a:solidFill>
                  <a:srgbClr val="13EAC1"/>
                </a:solidFill>
              </a:rPr>
              <a:t>Transform</a:t>
            </a:r>
            <a:r>
              <a:rPr lang="en-US" dirty="0"/>
              <a:t> raw documents into AI-ready content in order to simplify downstream processing</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Thereby bridging the gap </a:t>
            </a:r>
            <a:r>
              <a:rPr lang="en-US" dirty="0"/>
              <a:t>between unstructured data and actionable insights</a:t>
            </a:r>
          </a:p>
          <a:p>
            <a:r>
              <a:rPr lang="en-US" sz="1200" b="0" i="0" kern="1200" dirty="0">
                <a:solidFill>
                  <a:schemeClr val="tx1"/>
                </a:solidFill>
                <a:effectLst/>
                <a:latin typeface="+mn-lt"/>
                <a:ea typeface="+mn-ea"/>
                <a:cs typeface="+mn-cs"/>
              </a:rPr>
              <a:t> - much like taking a document or image and extracting, even inferring, metadata values to populate a content model without human intervention.</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A60DBD4-6550-D5D6-E4E3-4012637C02AC}"/>
              </a:ext>
            </a:extLst>
          </p:cNvPr>
          <p:cNvSpPr>
            <a:spLocks noGrp="1"/>
          </p:cNvSpPr>
          <p:nvPr>
            <p:ph type="sldNum" sz="quarter" idx="5"/>
          </p:nvPr>
        </p:nvSpPr>
        <p:spPr/>
        <p:txBody>
          <a:bodyPr/>
          <a:lstStyle/>
          <a:p>
            <a:fld id="{C33A213D-7F76-41B0-A925-BC32A60B99E4}" type="slidenum">
              <a:rPr lang="en-US" smtClean="0"/>
              <a:t>5</a:t>
            </a:fld>
            <a:endParaRPr lang="en-US"/>
          </a:p>
        </p:txBody>
      </p:sp>
    </p:spTree>
    <p:extLst>
      <p:ext uri="{BB962C8B-B14F-4D97-AF65-F5344CB8AC3E}">
        <p14:creationId xmlns:p14="http://schemas.microsoft.com/office/powerpoint/2010/main" val="209768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level-set with some terminology frequently used when discussing Knowledge Enrichment. Take a moment (pausing the video now) to read over these terms.</a:t>
            </a:r>
          </a:p>
        </p:txBody>
      </p:sp>
      <p:sp>
        <p:nvSpPr>
          <p:cNvPr id="4" name="Slide Number Placeholder 3"/>
          <p:cNvSpPr>
            <a:spLocks noGrp="1"/>
          </p:cNvSpPr>
          <p:nvPr>
            <p:ph type="sldNum" sz="quarter" idx="5"/>
          </p:nvPr>
        </p:nvSpPr>
        <p:spPr/>
        <p:txBody>
          <a:bodyPr/>
          <a:lstStyle/>
          <a:p>
            <a:fld id="{C33A213D-7F76-41B0-A925-BC32A60B99E4}" type="slidenum">
              <a:rPr lang="en-US" smtClean="0"/>
              <a:t>6</a:t>
            </a:fld>
            <a:endParaRPr lang="en-US"/>
          </a:p>
        </p:txBody>
      </p:sp>
    </p:spTree>
    <p:extLst>
      <p:ext uri="{BB962C8B-B14F-4D97-AF65-F5344CB8AC3E}">
        <p14:creationId xmlns:p14="http://schemas.microsoft.com/office/powerpoint/2010/main" val="920670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KE perform these actions? Let’s approach the subject from the perspective of building your own KE environment. </a:t>
            </a:r>
          </a:p>
          <a:p>
            <a:endParaRPr lang="en-US" dirty="0"/>
          </a:p>
          <a:p>
            <a:r>
              <a:rPr lang="en-US" b="1" dirty="0"/>
              <a:t>[CLICK] </a:t>
            </a:r>
            <a:r>
              <a:rPr lang="en-US" dirty="0"/>
              <a:t>A KE environment is designed to ingest a file, where it must first be transformed into a Markdown file, making the need for a markdown transformer necessary.</a:t>
            </a:r>
          </a:p>
          <a:p>
            <a:r>
              <a:rPr lang="en-US" b="1" dirty="0"/>
              <a:t>[CLICK] </a:t>
            </a:r>
            <a:r>
              <a:rPr lang="en-US" dirty="0"/>
              <a:t>Once that happens, the MD file should be vectorized and chunked, then stored into a vector database </a:t>
            </a:r>
            <a:r>
              <a:rPr lang="en-US" b="1" dirty="0"/>
              <a:t>[CLICK] </a:t>
            </a:r>
            <a:r>
              <a:rPr lang="en-US" dirty="0"/>
              <a:t>where a search service, and a RAG environment, powered by a LLM, are used to query and return curated data. </a:t>
            </a:r>
          </a:p>
          <a:p>
            <a:endParaRPr lang="en-US" dirty="0"/>
          </a:p>
          <a:p>
            <a:r>
              <a:rPr lang="en-US" dirty="0"/>
              <a:t>When building this process on your own, there’s quite a few things to worry about. Architecture, Security, Authorization, and the complexity and development costs of standing up these environments. </a:t>
            </a:r>
          </a:p>
          <a:p>
            <a:r>
              <a:rPr lang="en-US" dirty="0"/>
              <a:t>Keep these elements in mind as we continue on and discuss how Hyland has solutioned for these challenges.</a:t>
            </a:r>
          </a:p>
        </p:txBody>
      </p:sp>
      <p:sp>
        <p:nvSpPr>
          <p:cNvPr id="4" name="Slide Number Placeholder 3"/>
          <p:cNvSpPr>
            <a:spLocks noGrp="1"/>
          </p:cNvSpPr>
          <p:nvPr>
            <p:ph type="sldNum" sz="quarter" idx="5"/>
          </p:nvPr>
        </p:nvSpPr>
        <p:spPr/>
        <p:txBody>
          <a:bodyPr/>
          <a:lstStyle/>
          <a:p>
            <a:fld id="{C33A213D-7F76-41B0-A925-BC32A60B99E4}" type="slidenum">
              <a:rPr lang="en-US" smtClean="0"/>
              <a:t>7</a:t>
            </a:fld>
            <a:endParaRPr lang="en-US"/>
          </a:p>
        </p:txBody>
      </p:sp>
    </p:spTree>
    <p:extLst>
      <p:ext uri="{BB962C8B-B14F-4D97-AF65-F5344CB8AC3E}">
        <p14:creationId xmlns:p14="http://schemas.microsoft.com/office/powerpoint/2010/main" val="183470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053EE-878E-D6A9-E4A3-3B5ED2903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C20B9-2DD7-8DF6-29D2-BDBED4328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6396D-9CFD-A26C-CAE8-B2E4ADE34C6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So, let’s talk about Hyland’s Knowledge Enrichment Service.</a:t>
            </a:r>
          </a:p>
          <a:p>
            <a:r>
              <a:rPr lang="en-US" dirty="0"/>
              <a:t>[CLICK] First, it runs as a secure, always-up service, which means there are no servers to stand up on your end, so you just call the APIs while Hyland handles scaling, updates, and reliability, cutting operational overhead to near zero.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The biggest characteristic of KE that makes it different than the other services is that Hyland’s Knowledge Enrichment is strictly a suite of APIs. It does not provide a user-interface. What it offers is an API developer environment that exposes standards-based REST endpoints, meant to be integrated within any application that can make an HTTP request, where it’s designed to plug in and start enriching content. There’s no special runtime required between your application(s) and HKE service.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Hyland’s KE can processes over </a:t>
            </a:r>
            <a:r>
              <a:rPr lang="en-US" b="1" dirty="0"/>
              <a:t>600 file types</a:t>
            </a:r>
            <a:r>
              <a:rPr lang="en-US" dirty="0"/>
              <a:t> (including text &amp; images) while preserving original context/structure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“Builders” or (</a:t>
            </a:r>
            <a:r>
              <a:rPr lang="en-US" dirty="0" err="1"/>
              <a:t>devs</a:t>
            </a:r>
            <a:r>
              <a:rPr lang="en-US" dirty="0"/>
              <a:t>, data engineers, solution builders) will enjoy an API-driven environment with options ranging from ready-made enrichment APIs to lower-level control via Document Filters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KE operates within the </a:t>
            </a:r>
            <a:r>
              <a:rPr lang="en-US" b="1" dirty="0"/>
              <a:t>Content Intelligence</a:t>
            </a:r>
            <a:r>
              <a:rPr lang="en-US" dirty="0"/>
              <a:t> Cloud ecosystem, alongside Knowledge Discovery and Agent Builder; and works with connectors for Alfresco, Confluence, Nuxeo, and OnBase.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So, leveraging HKE brings much to the table, while clearing the worries and hassles of updates, environments and infrastructure, it addresses High Availability and security concerns.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1F21B58-3A6E-5425-B17E-7C1D11D53EAA}"/>
              </a:ext>
            </a:extLst>
          </p:cNvPr>
          <p:cNvSpPr>
            <a:spLocks noGrp="1"/>
          </p:cNvSpPr>
          <p:nvPr>
            <p:ph type="sldNum" sz="quarter" idx="5"/>
          </p:nvPr>
        </p:nvSpPr>
        <p:spPr/>
        <p:txBody>
          <a:bodyPr/>
          <a:lstStyle/>
          <a:p>
            <a:fld id="{C33A213D-7F76-41B0-A925-BC32A60B99E4}" type="slidenum">
              <a:rPr lang="en-US" smtClean="0"/>
              <a:t>8</a:t>
            </a:fld>
            <a:endParaRPr lang="en-US"/>
          </a:p>
        </p:txBody>
      </p:sp>
    </p:spTree>
    <p:extLst>
      <p:ext uri="{BB962C8B-B14F-4D97-AF65-F5344CB8AC3E}">
        <p14:creationId xmlns:p14="http://schemas.microsoft.com/office/powerpoint/2010/main" val="2727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Knowledge Enrichment (KE) is an </a:t>
            </a:r>
            <a:r>
              <a:rPr lang="en-US" b="1" dirty="0"/>
              <a:t>API-driven service rather than a traditional application with a user interface</a:t>
            </a:r>
            <a:r>
              <a:rPr lang="en-US" dirty="0"/>
              <a:t>. This allows developers to integrate its capabilities directly into their existing applications, workflows, and business systems. Instead of requiring users to interact with a separate tool, organizations can automate content enrichment behind the scenes, build customized solutions, and incorporate KE wherever it's needed. This flexibility makes KE a powerful building block for creating intelligent, content-driven solutions.</a:t>
            </a:r>
          </a:p>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9</a:t>
            </a:fld>
            <a:endParaRPr lang="en-US"/>
          </a:p>
        </p:txBody>
      </p:sp>
    </p:spTree>
    <p:extLst>
      <p:ext uri="{BB962C8B-B14F-4D97-AF65-F5344CB8AC3E}">
        <p14:creationId xmlns:p14="http://schemas.microsoft.com/office/powerpoint/2010/main" val="1602987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some technical information about the product, let’s talk Hyland Knowledge Enrichment Capabilities.</a:t>
            </a:r>
          </a:p>
        </p:txBody>
      </p:sp>
      <p:sp>
        <p:nvSpPr>
          <p:cNvPr id="4" name="Slide Number Placeholder 3"/>
          <p:cNvSpPr>
            <a:spLocks noGrp="1"/>
          </p:cNvSpPr>
          <p:nvPr>
            <p:ph type="sldNum" sz="quarter" idx="5"/>
          </p:nvPr>
        </p:nvSpPr>
        <p:spPr/>
        <p:txBody>
          <a:bodyPr/>
          <a:lstStyle/>
          <a:p>
            <a:fld id="{C33A213D-7F76-41B0-A925-BC32A60B99E4}" type="slidenum">
              <a:rPr lang="en-US" smtClean="0"/>
              <a:t>10</a:t>
            </a:fld>
            <a:endParaRPr lang="en-US"/>
          </a:p>
        </p:txBody>
      </p:sp>
    </p:spTree>
    <p:extLst>
      <p:ext uri="{BB962C8B-B14F-4D97-AF65-F5344CB8AC3E}">
        <p14:creationId xmlns:p14="http://schemas.microsoft.com/office/powerpoint/2010/main" val="2914356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Enrichment transforms content from something organizations simply store into information they can actively use. By extracting meaning and structure from documents, organizations can automate business processes, improve decision-making, power AI solutions, and build smarter applications. </a:t>
            </a:r>
          </a:p>
        </p:txBody>
      </p:sp>
      <p:sp>
        <p:nvSpPr>
          <p:cNvPr id="4" name="Slide Number Placeholder 3"/>
          <p:cNvSpPr>
            <a:spLocks noGrp="1"/>
          </p:cNvSpPr>
          <p:nvPr>
            <p:ph type="sldNum" sz="quarter" idx="5"/>
          </p:nvPr>
        </p:nvSpPr>
        <p:spPr/>
        <p:txBody>
          <a:bodyPr/>
          <a:lstStyle/>
          <a:p>
            <a:fld id="{C33A213D-7F76-41B0-A925-BC32A60B99E4}" type="slidenum">
              <a:rPr lang="en-US" smtClean="0"/>
              <a:t>11</a:t>
            </a:fld>
            <a:endParaRPr lang="en-US"/>
          </a:p>
        </p:txBody>
      </p:sp>
    </p:spTree>
    <p:extLst>
      <p:ext uri="{BB962C8B-B14F-4D97-AF65-F5344CB8AC3E}">
        <p14:creationId xmlns:p14="http://schemas.microsoft.com/office/powerpoint/2010/main" val="3534923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how much time employees spend searching through documents just to find a name, a date, or an identification number. Knowledge Enrichment can automatically identify and extract these important details, making them immediately accessible. Instead of searching through pages of content, employees and business applications can focus on the information that matters.”</a:t>
            </a:r>
          </a:p>
          <a:p>
            <a:endParaRPr lang="en-US" dirty="0"/>
          </a:p>
          <a:p>
            <a:r>
              <a:rPr lang="en-US" dirty="0"/>
              <a:t>Key distinction: Entity Extraction identifies specific information within content. It doesn't necessarily interpret the entire document or determine what business action should happen next. That extracted information can then support downstream automation, analysis, and decision-making.</a:t>
            </a:r>
          </a:p>
        </p:txBody>
      </p:sp>
      <p:sp>
        <p:nvSpPr>
          <p:cNvPr id="4" name="Slide Number Placeholder 3"/>
          <p:cNvSpPr>
            <a:spLocks noGrp="1"/>
          </p:cNvSpPr>
          <p:nvPr>
            <p:ph type="sldNum" sz="quarter" idx="5"/>
          </p:nvPr>
        </p:nvSpPr>
        <p:spPr/>
        <p:txBody>
          <a:bodyPr/>
          <a:lstStyle/>
          <a:p>
            <a:fld id="{C33A213D-7F76-41B0-A925-BC32A60B99E4}" type="slidenum">
              <a:rPr lang="en-US" smtClean="0"/>
              <a:t>12</a:t>
            </a:fld>
            <a:endParaRPr lang="en-US"/>
          </a:p>
        </p:txBody>
      </p:sp>
    </p:spTree>
    <p:extLst>
      <p:ext uri="{BB962C8B-B14F-4D97-AF65-F5344CB8AC3E}">
        <p14:creationId xmlns:p14="http://schemas.microsoft.com/office/powerpoint/2010/main" val="672718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how difficult it can be to find a document when everyone names and organizes their files differently. Knowledge Enrichment can analyze content and automatically assign meaningful, consistent metadata tags. This makes information easier to search, filter, and organize. It also helps organizations apply governance policies more consistently, because their systems can use those tags to determine how content should be managed."</a:t>
            </a:r>
          </a:p>
          <a:p>
            <a:r>
              <a:rPr lang="en-US" dirty="0"/>
              <a:t>Key distinction: Automated Metadata Tagging describes and categorizes content so that other systems can organize, retrieve, and govern it. Knowledge Enrichment generates the metadata; connected content management and business systems use it to enforce policies and drive actions.</a:t>
            </a:r>
          </a:p>
        </p:txBody>
      </p:sp>
      <p:sp>
        <p:nvSpPr>
          <p:cNvPr id="4" name="Slide Number Placeholder 3"/>
          <p:cNvSpPr>
            <a:spLocks noGrp="1"/>
          </p:cNvSpPr>
          <p:nvPr>
            <p:ph type="sldNum" sz="quarter" idx="5"/>
          </p:nvPr>
        </p:nvSpPr>
        <p:spPr/>
        <p:txBody>
          <a:bodyPr/>
          <a:lstStyle/>
          <a:p>
            <a:fld id="{C33A213D-7F76-41B0-A925-BC32A60B99E4}" type="slidenum">
              <a:rPr lang="en-US" smtClean="0"/>
              <a:t>13</a:t>
            </a:fld>
            <a:endParaRPr lang="en-US"/>
          </a:p>
        </p:txBody>
      </p:sp>
    </p:spTree>
    <p:extLst>
      <p:ext uri="{BB962C8B-B14F-4D97-AF65-F5344CB8AC3E}">
        <p14:creationId xmlns:p14="http://schemas.microsoft.com/office/powerpoint/2010/main" val="4078833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rarely tell the whole story on their own. An insurance claim, for example, might involve accident photographs, police reports, repair estimates, and customer correspondence. Knowledge Enrichment helps identify the information that connects these documents, such as claim numbers, customer names, or related topics. That information can then be used to establish relationships with other records and systems, giving employees and applications a more complete picture of the business situation."</a:t>
            </a:r>
          </a:p>
          <a:p>
            <a:r>
              <a:rPr lang="en-US" dirty="0"/>
              <a:t>Key distinction: Entity Extraction identifies important details inside a document. Metadata Tagging describes and categorizes the document. Connecting Content to Context uses that information to establish relationships between documents, business records, and other information sources.</a:t>
            </a:r>
          </a:p>
          <a:p>
            <a:r>
              <a:rPr lang="en-US" dirty="0"/>
              <a:t>Knowledge Enrichment helps reveal the information needed to make those connections; downstream applications, repositories, or context services can use it to establish and manage the relationships.</a:t>
            </a:r>
          </a:p>
        </p:txBody>
      </p:sp>
      <p:sp>
        <p:nvSpPr>
          <p:cNvPr id="4" name="Slide Number Placeholder 3"/>
          <p:cNvSpPr>
            <a:spLocks noGrp="1"/>
          </p:cNvSpPr>
          <p:nvPr>
            <p:ph type="sldNum" sz="quarter" idx="5"/>
          </p:nvPr>
        </p:nvSpPr>
        <p:spPr/>
        <p:txBody>
          <a:bodyPr/>
          <a:lstStyle/>
          <a:p>
            <a:fld id="{C33A213D-7F76-41B0-A925-BC32A60B99E4}" type="slidenum">
              <a:rPr lang="en-US" smtClean="0"/>
              <a:t>14</a:t>
            </a:fld>
            <a:endParaRPr lang="en-US"/>
          </a:p>
        </p:txBody>
      </p:sp>
    </p:spTree>
    <p:extLst>
      <p:ext uri="{BB962C8B-B14F-4D97-AF65-F5344CB8AC3E}">
        <p14:creationId xmlns:p14="http://schemas.microsoft.com/office/powerpoint/2010/main" val="1165326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manage enormous amounts of sensitive information, from customer records and financial documents to employee information and confidential agreements. Knowledge Enrichment can help identify sensitive information within those documents and consistently classify the content. That information can then be used by connected systems to apply security policies, manage retention, and maintain audit records. The result is more consistent information handling, reduced compliance risk, and greater confidence in how sensitive content is managed."</a:t>
            </a:r>
          </a:p>
          <a:p>
            <a:r>
              <a:rPr lang="en-US" dirty="0"/>
              <a:t>Key distinction: Knowledge Enrichment helps identify and classify information that requires protection. It does not independently enforce security policies, guarantee regulatory compliance, or maintain a complete audit trail. Those responsibilities belong to the connected content management, security, and governance systems.</a:t>
            </a:r>
          </a:p>
          <a:p>
            <a:r>
              <a:rPr lang="en-US" dirty="0"/>
              <a:t>For your course, I would make one additional distinction: information integrity can also mean ensuring that data remains accurate, complete, and unchanged. KE can support quality checks and consistent classification, but integrity controls such as validation, versioning, and tamper detection must be implemented through appropriate downstream systems</a:t>
            </a:r>
          </a:p>
        </p:txBody>
      </p:sp>
      <p:sp>
        <p:nvSpPr>
          <p:cNvPr id="4" name="Slide Number Placeholder 3"/>
          <p:cNvSpPr>
            <a:spLocks noGrp="1"/>
          </p:cNvSpPr>
          <p:nvPr>
            <p:ph type="sldNum" sz="quarter" idx="5"/>
          </p:nvPr>
        </p:nvSpPr>
        <p:spPr/>
        <p:txBody>
          <a:bodyPr/>
          <a:lstStyle/>
          <a:p>
            <a:fld id="{C33A213D-7F76-41B0-A925-BC32A60B99E4}" type="slidenum">
              <a:rPr lang="en-US" smtClean="0"/>
              <a:t>15</a:t>
            </a:fld>
            <a:endParaRPr lang="en-US"/>
          </a:p>
        </p:txBody>
      </p:sp>
    </p:spTree>
    <p:extLst>
      <p:ext uri="{BB962C8B-B14F-4D97-AF65-F5344CB8AC3E}">
        <p14:creationId xmlns:p14="http://schemas.microsoft.com/office/powerpoint/2010/main" val="1713611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edstrain.com</a:t>
            </a:r>
            <a:r>
              <a:rPr lang="en-US" dirty="0"/>
              <a:t>/</a:t>
            </a:r>
            <a:r>
              <a:rPr lang="en-US" dirty="0" err="1"/>
              <a:t>ke</a:t>
            </a:r>
            <a:r>
              <a:rPr lang="en-US" dirty="0"/>
              <a:t>-demo/</a:t>
            </a:r>
          </a:p>
          <a:p>
            <a:r>
              <a:rPr lang="en-US" dirty="0"/>
              <a:t>“demo”</a:t>
            </a:r>
            <a:br>
              <a:rPr lang="en-US" dirty="0"/>
            </a:br>
            <a:br>
              <a:rPr lang="en-US" dirty="0"/>
            </a:br>
            <a:r>
              <a:rPr lang="en-US" dirty="0"/>
              <a:t>https://</a:t>
            </a:r>
            <a:r>
              <a:rPr lang="en-US" dirty="0" err="1"/>
              <a:t>edstrain.com</a:t>
            </a:r>
            <a:r>
              <a:rPr lang="en-US" dirty="0"/>
              <a:t>/</a:t>
            </a:r>
            <a:r>
              <a:rPr lang="en-US" dirty="0" err="1"/>
              <a:t>ke-pii</a:t>
            </a:r>
            <a:r>
              <a:rPr lang="en-US" dirty="0"/>
              <a:t>/</a:t>
            </a:r>
          </a:p>
          <a:p>
            <a:r>
              <a:rPr lang="en-US" dirty="0"/>
              <a:t>“demo”</a:t>
            </a:r>
          </a:p>
        </p:txBody>
      </p:sp>
      <p:sp>
        <p:nvSpPr>
          <p:cNvPr id="4" name="Slide Number Placeholder 3"/>
          <p:cNvSpPr>
            <a:spLocks noGrp="1"/>
          </p:cNvSpPr>
          <p:nvPr>
            <p:ph type="sldNum" sz="quarter" idx="5"/>
          </p:nvPr>
        </p:nvSpPr>
        <p:spPr/>
        <p:txBody>
          <a:bodyPr/>
          <a:lstStyle/>
          <a:p>
            <a:fld id="{C33A213D-7F76-41B0-A925-BC32A60B99E4}" type="slidenum">
              <a:rPr lang="en-US" smtClean="0"/>
              <a:t>16</a:t>
            </a:fld>
            <a:endParaRPr lang="en-US"/>
          </a:p>
        </p:txBody>
      </p:sp>
    </p:spTree>
    <p:extLst>
      <p:ext uri="{BB962C8B-B14F-4D97-AF65-F5344CB8AC3E}">
        <p14:creationId xmlns:p14="http://schemas.microsoft.com/office/powerpoint/2010/main" val="1633452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556B-12BA-5A16-A813-3329C86A1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C01A8-A2C3-26D9-6AE4-9CC2FD050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B37D4-8F8E-8361-45D2-9D80F6C13068}"/>
              </a:ext>
            </a:extLst>
          </p:cNvPr>
          <p:cNvSpPr>
            <a:spLocks noGrp="1"/>
          </p:cNvSpPr>
          <p:nvPr>
            <p:ph type="body" idx="1"/>
          </p:nvPr>
        </p:nvSpPr>
        <p:spPr/>
        <p:txBody>
          <a:bodyPr/>
          <a:lstStyle/>
          <a:p>
            <a:r>
              <a:rPr lang="en-US" b="1" dirty="0"/>
              <a:t>Now that you have a clear understanding of HKE capabilities, Let’s talk a little more about the API: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[CLICK] Knowledge Enrichment provides two core workstreams.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Data Curation is the process that breaks down unstructured content into AI-ready formats using context-aware text chunking, embedded positional information, and support for 600+ file types, which is critical for preserving the author’s intent. </a:t>
            </a:r>
          </a:p>
          <a:p>
            <a:r>
              <a:rPr lang="en-US" dirty="0"/>
              <a:t>Data Curation is the first step in making unstructured documents usable by AI and other applications. It extracts the content, cleans it up, and divides it into meaningful chunks while preserving information about where those chunks originated.</a:t>
            </a:r>
          </a:p>
          <a:p>
            <a:r>
              <a:rPr lang="en-US" dirty="0"/>
              <a:t>Why do this? Because AI applications don't always need an entire document. They need the specific information relevant to the task they're performing.</a:t>
            </a:r>
          </a:p>
          <a:p>
            <a:r>
              <a:rPr lang="en-US" dirty="0"/>
              <a:t>Once curated, these chunks can be enriched further, indexed for semantic search, or provided to AI applications to generate more relevant, grounded answers. Data Curation isn't the final solution—it's the preparation step that makes those solutions possible</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[CLICK] </a:t>
            </a:r>
          </a:p>
          <a:p>
            <a:r>
              <a:rPr lang="en-US" dirty="0"/>
              <a:t>While Data Curation prepares documents for processing, Context Enrichment goes a step further by analyzing the content to understand what it contains. It can identify important entities, classify information, generate summaries, and produce meaningful metadata. This enriched information can then be used by other systems to improve search, automate business processes, and support AI-powered solutions.</a:t>
            </a:r>
          </a:p>
          <a:p>
            <a:r>
              <a:rPr lang="en-US" dirty="0"/>
              <a:t>The key distinction:</a:t>
            </a:r>
          </a:p>
          <a:p>
            <a:pPr marL="171450" lvl="0" indent="-171450">
              <a:buFont typeface="Arial" panose="020B0604020202020204" pitchFamily="34" charset="0"/>
              <a:buChar char="•"/>
            </a:pPr>
            <a:r>
              <a:rPr lang="en-US" dirty="0"/>
              <a:t>Data Curation: Makes content usable.</a:t>
            </a:r>
          </a:p>
          <a:p>
            <a:pPr marL="171450" lvl="0" indent="-171450">
              <a:buFont typeface="Arial" panose="020B0604020202020204" pitchFamily="34" charset="0"/>
              <a:buChar char="•"/>
            </a:pPr>
            <a:r>
              <a:rPr lang="en-US" dirty="0"/>
              <a:t>Context Enrichment: Makes content meaningful.</a:t>
            </a:r>
          </a:p>
          <a:p>
            <a:pPr marL="171450" lvl="0" indent="-171450">
              <a:buFont typeface="Arial" panose="020B0604020202020204" pitchFamily="34" charset="0"/>
              <a:buChar char="•"/>
            </a:pPr>
            <a:r>
              <a:rPr lang="en-US" dirty="0"/>
              <a:t>Downstream Applications: Put that meaning to work.</a:t>
            </a:r>
          </a:p>
          <a:p>
            <a:r>
              <a:rPr lang="en-US" dirty="0"/>
              <a:t>Context Enrichment doesn't necessarily perform the downstream business actions itself. It produces information that connected systems can use to make decisions and initiate processes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4466CE4-9BE0-2FE3-82AC-222448547392}"/>
              </a:ext>
            </a:extLst>
          </p:cNvPr>
          <p:cNvSpPr>
            <a:spLocks noGrp="1"/>
          </p:cNvSpPr>
          <p:nvPr>
            <p:ph type="sldNum" sz="quarter" idx="5"/>
          </p:nvPr>
        </p:nvSpPr>
        <p:spPr/>
        <p:txBody>
          <a:bodyPr/>
          <a:lstStyle/>
          <a:p>
            <a:fld id="{C33A213D-7F76-41B0-A925-BC32A60B99E4}" type="slidenum">
              <a:rPr lang="en-US" smtClean="0"/>
              <a:t>18</a:t>
            </a:fld>
            <a:endParaRPr lang="en-US"/>
          </a:p>
        </p:txBody>
      </p:sp>
    </p:spTree>
    <p:extLst>
      <p:ext uri="{BB962C8B-B14F-4D97-AF65-F5344CB8AC3E}">
        <p14:creationId xmlns:p14="http://schemas.microsoft.com/office/powerpoint/2010/main" val="935834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at the development process you will need to set up to engage with HKE services.</a:t>
            </a:r>
          </a:p>
          <a:p>
            <a:endParaRPr lang="en-US" dirty="0"/>
          </a:p>
          <a:p>
            <a:r>
              <a:rPr lang="en-US" dirty="0"/>
              <a:t>First, let’s break down the API calls that will be made to CIC. </a:t>
            </a:r>
          </a:p>
          <a:p>
            <a:r>
              <a:rPr lang="en-US" dirty="0"/>
              <a:t>We have an HX ID Provider, which authorizes you against an agent and provides a bearer token.</a:t>
            </a:r>
          </a:p>
          <a:p>
            <a:r>
              <a:rPr lang="en-US" dirty="0"/>
              <a:t>Next, there’s the Context Enrichment API, which is where you will make requests to upload and get results from a job.</a:t>
            </a:r>
          </a:p>
          <a:p>
            <a:r>
              <a:rPr lang="en-US" dirty="0"/>
              <a:t>And finally, there’s an S3 bucket that is necessary to store uploaded files. </a:t>
            </a:r>
          </a:p>
          <a:p>
            <a:endParaRPr lang="en-US" dirty="0"/>
          </a:p>
          <a:p>
            <a:r>
              <a:rPr lang="en-US" dirty="0"/>
              <a:t>So, let’s walk through the process of performing a context enrichment job.</a:t>
            </a:r>
          </a:p>
          <a:p>
            <a:r>
              <a:rPr lang="en-US" dirty="0"/>
              <a:t>[CLICK] First, an API request is made to receive a Bearer token. Using a client ID and client secret from your CIC External Application, this authorizes you to make API calls to the Context API.</a:t>
            </a:r>
          </a:p>
          <a:p>
            <a:r>
              <a:rPr lang="en-US" dirty="0"/>
              <a:t>[CLICK] Now that you have a Bearer token, you may request a </a:t>
            </a:r>
            <a:r>
              <a:rPr lang="en-US" dirty="0" err="1"/>
              <a:t>presigned</a:t>
            </a:r>
            <a:r>
              <a:rPr lang="en-US" dirty="0"/>
              <a:t> URL from the Context API. This API call returns a </a:t>
            </a:r>
            <a:r>
              <a:rPr lang="en-US" dirty="0" err="1"/>
              <a:t>Presigned</a:t>
            </a:r>
            <a:r>
              <a:rPr lang="en-US" dirty="0"/>
              <a:t> URL to be used to upload your document to the S3 storage bucket, and a document ID, which is used as a reference for the Context API for processing.</a:t>
            </a:r>
          </a:p>
          <a:p>
            <a:r>
              <a:rPr lang="en-US" dirty="0"/>
              <a:t>[CLICK] With the </a:t>
            </a:r>
            <a:r>
              <a:rPr lang="en-US" dirty="0" err="1"/>
              <a:t>presigned</a:t>
            </a:r>
            <a:r>
              <a:rPr lang="en-US" dirty="0"/>
              <a:t> URL, you may make a document upload request to the S3 bucket. This is a straight-forward upload to the </a:t>
            </a:r>
            <a:r>
              <a:rPr lang="en-US" dirty="0" err="1"/>
              <a:t>url</a:t>
            </a:r>
            <a:r>
              <a:rPr lang="en-US" dirty="0"/>
              <a:t> and does not return information used in this sequence.</a:t>
            </a:r>
          </a:p>
          <a:p>
            <a:r>
              <a:rPr lang="en-US" dirty="0"/>
              <a:t>[CLICK] Once your document is uploaded, you may make an API call to the Context API, requesting the Context back End to process the job, sending the document Key you received when requesting the pre-signed URL. This call returns a Job ID.</a:t>
            </a:r>
          </a:p>
          <a:p>
            <a:r>
              <a:rPr lang="en-US" dirty="0"/>
              <a:t>[CLICK] Finally, an API call is made to the Context API, referencing the Job ID, to request the results of the job.</a:t>
            </a:r>
          </a:p>
          <a:p>
            <a:endParaRPr lang="en-US" dirty="0"/>
          </a:p>
          <a:p>
            <a:r>
              <a:rPr lang="en-US" dirty="0"/>
              <a:t>So, that seems like a lot, right? However, these calls can be conveniently located in one single script and placed into your environment to handle just about all of your document requests. And once it’s done, the user experience is simplified!</a:t>
            </a:r>
          </a:p>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19</a:t>
            </a:fld>
            <a:endParaRPr lang="en-US"/>
          </a:p>
        </p:txBody>
      </p:sp>
    </p:spTree>
    <p:extLst>
      <p:ext uri="{BB962C8B-B14F-4D97-AF65-F5344CB8AC3E}">
        <p14:creationId xmlns:p14="http://schemas.microsoft.com/office/powerpoint/2010/main" val="1964849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FF4AB-5E7C-CC80-41AF-76020F9F5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3C6D3-9C71-49E5-D1E7-34EAD6590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6C6E6-C18B-7827-9542-5F51577187B4}"/>
              </a:ext>
            </a:extLst>
          </p:cNvPr>
          <p:cNvSpPr>
            <a:spLocks noGrp="1"/>
          </p:cNvSpPr>
          <p:nvPr>
            <p:ph type="body" idx="1"/>
          </p:nvPr>
        </p:nvSpPr>
        <p:spPr/>
        <p:txBody>
          <a:bodyPr/>
          <a:lstStyle/>
          <a:p>
            <a:r>
              <a:rPr lang="en-US" dirty="0"/>
              <a:t>From a user perspective, utilizing HKE is quite simple!</a:t>
            </a:r>
          </a:p>
          <a:p>
            <a:r>
              <a:rPr lang="en-US" dirty="0"/>
              <a:t>Once your API structure is in place, this is the experience a user may expect..</a:t>
            </a:r>
          </a:p>
          <a:p>
            <a:endParaRPr lang="en-US" dirty="0"/>
          </a:p>
          <a:p>
            <a:r>
              <a:rPr lang="en-US" dirty="0"/>
              <a:t>[CLICK] Identify the document you want to enrich, then initiate the process. [CLICK] Content Innovation Cloud will perform it’s magic (everything that we just covered), [CLICK] and the results are returned to you.</a:t>
            </a:r>
          </a:p>
          <a:p>
            <a:endParaRPr lang="en-US" dirty="0"/>
          </a:p>
          <a:p>
            <a:r>
              <a:rPr lang="en-US" dirty="0"/>
              <a:t>[CLICK] Yes! It’s that easy!</a:t>
            </a:r>
          </a:p>
          <a:p>
            <a:endParaRPr lang="en-US" dirty="0"/>
          </a:p>
          <a:p>
            <a:endParaRPr lang="en-US" dirty="0"/>
          </a:p>
        </p:txBody>
      </p:sp>
      <p:sp>
        <p:nvSpPr>
          <p:cNvPr id="4" name="Slide Number Placeholder 3">
            <a:extLst>
              <a:ext uri="{FF2B5EF4-FFF2-40B4-BE49-F238E27FC236}">
                <a16:creationId xmlns:a16="http://schemas.microsoft.com/office/drawing/2014/main" id="{EBA51A1D-EE1A-C907-F1E8-4512303E5AEF}"/>
              </a:ext>
            </a:extLst>
          </p:cNvPr>
          <p:cNvSpPr>
            <a:spLocks noGrp="1"/>
          </p:cNvSpPr>
          <p:nvPr>
            <p:ph type="sldNum" sz="quarter" idx="5"/>
          </p:nvPr>
        </p:nvSpPr>
        <p:spPr/>
        <p:txBody>
          <a:bodyPr/>
          <a:lstStyle/>
          <a:p>
            <a:fld id="{C33A213D-7F76-41B0-A925-BC32A60B99E4}" type="slidenum">
              <a:rPr lang="en-US" smtClean="0"/>
              <a:t>20</a:t>
            </a:fld>
            <a:endParaRPr lang="en-US"/>
          </a:p>
        </p:txBody>
      </p:sp>
    </p:spTree>
    <p:extLst>
      <p:ext uri="{BB962C8B-B14F-4D97-AF65-F5344CB8AC3E}">
        <p14:creationId xmlns:p14="http://schemas.microsoft.com/office/powerpoint/2010/main" val="658250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3A213D-7F76-41B0-A925-BC32A60B99E4}" type="slidenum">
              <a:rPr lang="en-US" smtClean="0"/>
              <a:t>22</a:t>
            </a:fld>
            <a:endParaRPr lang="en-US"/>
          </a:p>
        </p:txBody>
      </p:sp>
    </p:spTree>
    <p:extLst>
      <p:ext uri="{BB962C8B-B14F-4D97-AF65-F5344CB8AC3E}">
        <p14:creationId xmlns:p14="http://schemas.microsoft.com/office/powerpoint/2010/main" val="926034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8DD92-249C-9974-002F-9DA77CC9F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15645-575D-9E9B-86B2-18EDEFB3D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E8DD23-518C-23DA-A750-343EF8E6EA2D}"/>
              </a:ext>
            </a:extLst>
          </p:cNvPr>
          <p:cNvSpPr>
            <a:spLocks noGrp="1"/>
          </p:cNvSpPr>
          <p:nvPr>
            <p:ph type="body" idx="1"/>
          </p:nvPr>
        </p:nvSpPr>
        <p:spPr/>
        <p:txBody>
          <a:bodyPr/>
          <a:lstStyle/>
          <a:p>
            <a:r>
              <a:rPr lang="en-US" dirty="0"/>
              <a:t>[HANDS-ON] That brings us to the end of this class / session…</a:t>
            </a:r>
          </a:p>
          <a:p>
            <a:endParaRPr lang="en-US" dirty="0"/>
          </a:p>
          <a:p>
            <a:r>
              <a:rPr lang="en-US" dirty="0"/>
              <a:t>[DEMO] This course will cover three main areas. By the end of this course, you should be able to:</a:t>
            </a:r>
          </a:p>
          <a:p>
            <a:endParaRPr lang="en-US" dirty="0"/>
          </a:p>
          <a:p>
            <a:r>
              <a:rPr lang="en-US" dirty="0"/>
              <a:t>Hopefully, you’re able to now…</a:t>
            </a:r>
          </a:p>
          <a:p>
            <a:r>
              <a:rPr lang="en-US" b="0" dirty="0"/>
              <a:t>We covered the core concepts of Knowledge Enrichment, from transformation of documents to ingestion and querying.</a:t>
            </a:r>
          </a:p>
          <a:p>
            <a:r>
              <a:rPr lang="en-US" b="0" dirty="0"/>
              <a:t>We dove into HKE Software as a Service API environment and uncovered its many features and capabilities.</a:t>
            </a:r>
          </a:p>
          <a:p>
            <a:r>
              <a:rPr lang="en-US" b="0" dirty="0"/>
              <a:t>And finally, we’re now ready to engage with a hands-on demo of Knowledge Enrichment.</a:t>
            </a:r>
          </a:p>
          <a:p>
            <a:endParaRPr lang="en-US" b="0" dirty="0"/>
          </a:p>
          <a:p>
            <a:endParaRPr lang="en-US" b="0" dirty="0"/>
          </a:p>
          <a:p>
            <a:endParaRPr lang="en-US" dirty="0"/>
          </a:p>
        </p:txBody>
      </p:sp>
      <p:sp>
        <p:nvSpPr>
          <p:cNvPr id="4" name="Slide Number Placeholder 3">
            <a:extLst>
              <a:ext uri="{FF2B5EF4-FFF2-40B4-BE49-F238E27FC236}">
                <a16:creationId xmlns:a16="http://schemas.microsoft.com/office/drawing/2014/main" id="{FFEE2EE5-00D3-F506-8C8B-0D1036D60943}"/>
              </a:ext>
            </a:extLst>
          </p:cNvPr>
          <p:cNvSpPr>
            <a:spLocks noGrp="1"/>
          </p:cNvSpPr>
          <p:nvPr>
            <p:ph type="sldNum" sz="quarter" idx="5"/>
          </p:nvPr>
        </p:nvSpPr>
        <p:spPr/>
        <p:txBody>
          <a:bodyPr/>
          <a:lstStyle/>
          <a:p>
            <a:fld id="{C33A213D-7F76-41B0-A925-BC32A60B99E4}" type="slidenum">
              <a:rPr lang="en-US" smtClean="0"/>
              <a:t>23</a:t>
            </a:fld>
            <a:endParaRPr lang="en-US"/>
          </a:p>
        </p:txBody>
      </p:sp>
    </p:spTree>
    <p:extLst>
      <p:ext uri="{BB962C8B-B14F-4D97-AF65-F5344CB8AC3E}">
        <p14:creationId xmlns:p14="http://schemas.microsoft.com/office/powerpoint/2010/main" val="1626307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A0CBE-FD46-9D67-F0EF-D07E718CE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1552C-684B-9500-2BEA-9343CF92E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AFAFE-ECF3-E4D5-5DE4-2AA76827127D}"/>
              </a:ext>
            </a:extLst>
          </p:cNvPr>
          <p:cNvSpPr>
            <a:spLocks noGrp="1"/>
          </p:cNvSpPr>
          <p:nvPr>
            <p:ph type="body" idx="1"/>
          </p:nvPr>
        </p:nvSpPr>
        <p:spPr/>
        <p:txBody>
          <a:bodyPr/>
          <a:lstStyle/>
          <a:p>
            <a:r>
              <a:rPr lang="en-US" dirty="0"/>
              <a:t>First, let’s level-set with some terminology frequently used when discussing Knowledge Enrichment. Take a moment (pausing the video now) to read over these terms.</a:t>
            </a:r>
          </a:p>
        </p:txBody>
      </p:sp>
      <p:sp>
        <p:nvSpPr>
          <p:cNvPr id="4" name="Slide Number Placeholder 3">
            <a:extLst>
              <a:ext uri="{FF2B5EF4-FFF2-40B4-BE49-F238E27FC236}">
                <a16:creationId xmlns:a16="http://schemas.microsoft.com/office/drawing/2014/main" id="{F073713A-4D6C-0A07-C458-62C57BA4311D}"/>
              </a:ext>
            </a:extLst>
          </p:cNvPr>
          <p:cNvSpPr>
            <a:spLocks noGrp="1"/>
          </p:cNvSpPr>
          <p:nvPr>
            <p:ph type="sldNum" sz="quarter" idx="5"/>
          </p:nvPr>
        </p:nvSpPr>
        <p:spPr/>
        <p:txBody>
          <a:bodyPr/>
          <a:lstStyle/>
          <a:p>
            <a:fld id="{C33A213D-7F76-41B0-A925-BC32A60B99E4}" type="slidenum">
              <a:rPr lang="en-US" smtClean="0"/>
              <a:t>24</a:t>
            </a:fld>
            <a:endParaRPr lang="en-US"/>
          </a:p>
        </p:txBody>
      </p:sp>
    </p:spTree>
    <p:extLst>
      <p:ext uri="{BB962C8B-B14F-4D97-AF65-F5344CB8AC3E}">
        <p14:creationId xmlns:p14="http://schemas.microsoft.com/office/powerpoint/2010/main" val="35474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sv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rgbClr val="002378"/>
            </a:gs>
            <a:gs pos="12000">
              <a:srgbClr val="00196E"/>
            </a:gs>
            <a:gs pos="77000">
              <a:srgbClr val="000F4A"/>
            </a:gs>
            <a:gs pos="40000">
              <a:srgbClr val="000532"/>
            </a:gs>
            <a:gs pos="89000">
              <a:srgbClr val="001E6E"/>
            </a:gs>
            <a:gs pos="100000">
              <a:srgbClr val="194BAF"/>
            </a:gs>
          </a:gsLst>
          <a:path path="circle">
            <a:fillToRect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550A-ADEB-9F76-6514-97A18BF58AFA}"/>
              </a:ext>
            </a:extLst>
          </p:cNvPr>
          <p:cNvSpPr>
            <a:spLocks noGrp="1"/>
          </p:cNvSpPr>
          <p:nvPr>
            <p:ph type="ctrTitle" hasCustomPrompt="1"/>
          </p:nvPr>
        </p:nvSpPr>
        <p:spPr>
          <a:xfrm>
            <a:off x="476654" y="1516063"/>
            <a:ext cx="8904413" cy="2479865"/>
          </a:xfrm>
        </p:spPr>
        <p:txBody>
          <a:bodyPr anchor="b"/>
          <a:lstStyle>
            <a:lvl1pPr algn="l">
              <a:defRPr sz="4800"/>
            </a:lvl1pPr>
          </a:lstStyle>
          <a:p>
            <a:r>
              <a:rPr lang="en-US" dirty="0"/>
              <a:t>[Click to add presentation title]</a:t>
            </a:r>
          </a:p>
        </p:txBody>
      </p:sp>
      <p:sp>
        <p:nvSpPr>
          <p:cNvPr id="3" name="Subtitle 2">
            <a:extLst>
              <a:ext uri="{FF2B5EF4-FFF2-40B4-BE49-F238E27FC236}">
                <a16:creationId xmlns:a16="http://schemas.microsoft.com/office/drawing/2014/main" id="{DA72AA45-CE69-1543-EB6E-34FEAF46C05D}"/>
              </a:ext>
            </a:extLst>
          </p:cNvPr>
          <p:cNvSpPr>
            <a:spLocks noGrp="1"/>
          </p:cNvSpPr>
          <p:nvPr>
            <p:ph type="subTitle" idx="1" hasCustomPrompt="1"/>
          </p:nvPr>
        </p:nvSpPr>
        <p:spPr>
          <a:xfrm>
            <a:off x="476656" y="4194938"/>
            <a:ext cx="7490185" cy="8382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presenter(s) / additional information</a:t>
            </a:r>
          </a:p>
        </p:txBody>
      </p:sp>
      <p:sp>
        <p:nvSpPr>
          <p:cNvPr id="7" name="Flowchart: Data 1">
            <a:extLst>
              <a:ext uri="{FF2B5EF4-FFF2-40B4-BE49-F238E27FC236}">
                <a16:creationId xmlns:a16="http://schemas.microsoft.com/office/drawing/2014/main" id="{CDFEBD10-5876-1CC1-BCDC-2A5A79DDB18A}"/>
              </a:ext>
            </a:extLst>
          </p:cNvPr>
          <p:cNvSpPr/>
          <p:nvPr userDrawn="1"/>
        </p:nvSpPr>
        <p:spPr>
          <a:xfrm>
            <a:off x="0" y="6171117"/>
            <a:ext cx="7966841" cy="69207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505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480 w 10000"/>
              <a:gd name="connsiteY3" fmla="*/ 10000 h 10000"/>
              <a:gd name="connsiteX4" fmla="*/ 0 w 10000"/>
              <a:gd name="connsiteY4" fmla="*/ 10000 h 10000"/>
              <a:gd name="connsiteX0" fmla="*/ 0 w 10000"/>
              <a:gd name="connsiteY0" fmla="*/ 10061 h 10061"/>
              <a:gd name="connsiteX1" fmla="*/ 7 w 10000"/>
              <a:gd name="connsiteY1" fmla="*/ 0 h 10061"/>
              <a:gd name="connsiteX2" fmla="*/ 10000 w 10000"/>
              <a:gd name="connsiteY2" fmla="*/ 61 h 10061"/>
              <a:gd name="connsiteX3" fmla="*/ 9480 w 10000"/>
              <a:gd name="connsiteY3" fmla="*/ 10061 h 10061"/>
              <a:gd name="connsiteX4" fmla="*/ 0 w 10000"/>
              <a:gd name="connsiteY4" fmla="*/ 10061 h 10061"/>
              <a:gd name="connsiteX0" fmla="*/ 0 w 10000"/>
              <a:gd name="connsiteY0" fmla="*/ 10061 h 10061"/>
              <a:gd name="connsiteX1" fmla="*/ 0 w 10000"/>
              <a:gd name="connsiteY1" fmla="*/ 0 h 10061"/>
              <a:gd name="connsiteX2" fmla="*/ 10000 w 10000"/>
              <a:gd name="connsiteY2" fmla="*/ 61 h 10061"/>
              <a:gd name="connsiteX3" fmla="*/ 9480 w 10000"/>
              <a:gd name="connsiteY3" fmla="*/ 10061 h 10061"/>
              <a:gd name="connsiteX4" fmla="*/ 0 w 10000"/>
              <a:gd name="connsiteY4" fmla="*/ 10061 h 10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1">
                <a:moveTo>
                  <a:pt x="0" y="10061"/>
                </a:moveTo>
                <a:cubicBezTo>
                  <a:pt x="2" y="6707"/>
                  <a:pt x="-2" y="3354"/>
                  <a:pt x="0" y="0"/>
                </a:cubicBezTo>
                <a:lnTo>
                  <a:pt x="10000" y="61"/>
                </a:lnTo>
                <a:cubicBezTo>
                  <a:pt x="9827" y="3394"/>
                  <a:pt x="9653" y="6728"/>
                  <a:pt x="9480" y="10061"/>
                </a:cubicBezTo>
                <a:lnTo>
                  <a:pt x="0" y="1006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026B80FF-FFC9-B88C-2407-E49DE248C900}"/>
              </a:ext>
            </a:extLst>
          </p:cNvPr>
          <p:cNvSpPr>
            <a:spLocks noGrp="1"/>
          </p:cNvSpPr>
          <p:nvPr>
            <p:ph type="body" sz="quarter" idx="13" hasCustomPrompt="1"/>
          </p:nvPr>
        </p:nvSpPr>
        <p:spPr>
          <a:xfrm>
            <a:off x="476656" y="6291533"/>
            <a:ext cx="7048332" cy="468313"/>
          </a:xfrm>
          <a:prstGeom prst="rect">
            <a:avLst/>
          </a:prstGeom>
        </p:spPr>
        <p:txBody>
          <a:bodyPr anchor="ctr">
            <a:noAutofit/>
          </a:bodyPr>
          <a:lstStyle>
            <a:lvl1pPr marL="0" indent="0">
              <a:lnSpc>
                <a:spcPct val="100000"/>
              </a:lnSpc>
              <a:buFontTx/>
              <a:buNone/>
              <a:defRPr sz="1200">
                <a:solidFill>
                  <a:schemeClr val="bg2"/>
                </a:solidFill>
              </a:defRPr>
            </a:lvl1pPr>
            <a:lvl2pPr marL="322119" indent="0">
              <a:lnSpc>
                <a:spcPct val="100000"/>
              </a:lnSpc>
              <a:buNone/>
              <a:defRPr sz="1200">
                <a:solidFill>
                  <a:schemeClr val="bg1"/>
                </a:solidFill>
              </a:defRPr>
            </a:lvl2pPr>
            <a:lvl3pPr>
              <a:lnSpc>
                <a:spcPct val="100000"/>
              </a:lnSpc>
              <a:defRPr sz="1200">
                <a:solidFill>
                  <a:schemeClr val="bg1"/>
                </a:solidFill>
              </a:defRPr>
            </a:lvl3pPr>
            <a:lvl4pPr>
              <a:lnSpc>
                <a:spcPct val="100000"/>
              </a:lnSpc>
              <a:defRPr sz="1200">
                <a:solidFill>
                  <a:schemeClr val="bg1"/>
                </a:solidFill>
              </a:defRPr>
            </a:lvl4pPr>
            <a:lvl5pPr>
              <a:lnSpc>
                <a:spcPct val="100000"/>
              </a:lnSpc>
              <a:defRPr sz="1200">
                <a:solidFill>
                  <a:schemeClr val="bg1"/>
                </a:solidFill>
              </a:defRPr>
            </a:lvl5pPr>
          </a:lstStyle>
          <a:p>
            <a:pPr lvl="0"/>
            <a:r>
              <a:rPr lang="en-US" dirty="0"/>
              <a:t>[Click to add date]</a:t>
            </a:r>
          </a:p>
        </p:txBody>
      </p:sp>
      <p:pic>
        <p:nvPicPr>
          <p:cNvPr id="9" name="Picture 2">
            <a:extLst>
              <a:ext uri="{FF2B5EF4-FFF2-40B4-BE49-F238E27FC236}">
                <a16:creationId xmlns:a16="http://schemas.microsoft.com/office/drawing/2014/main" id="{85AFA447-1F66-B09B-24F5-FE5099D1E9F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489339" y="769607"/>
            <a:ext cx="2555236" cy="528140"/>
          </a:xfrm>
          <a:prstGeom prst="rect">
            <a:avLst/>
          </a:prstGeom>
        </p:spPr>
      </p:pic>
      <p:pic>
        <p:nvPicPr>
          <p:cNvPr id="10" name="Picture 9" descr="A blue and green square with a black background&#10;&#10;AI-generated content may be incorrect.">
            <a:extLst>
              <a:ext uri="{FF2B5EF4-FFF2-40B4-BE49-F238E27FC236}">
                <a16:creationId xmlns:a16="http://schemas.microsoft.com/office/drawing/2014/main" id="{20BAD416-7EDB-1D4E-BF7E-F724FDC37C8E}"/>
              </a:ext>
            </a:extLst>
          </p:cNvPr>
          <p:cNvPicPr>
            <a:picLocks noChangeAspect="1"/>
          </p:cNvPicPr>
          <p:nvPr userDrawn="1"/>
        </p:nvPicPr>
        <p:blipFill>
          <a:blip r:embed="rId3" cstate="email">
            <a:alphaModFix amt="17000"/>
            <a:extLst>
              <a:ext uri="{28A0092B-C50C-407E-A947-70E740481C1C}">
                <a14:useLocalDpi xmlns:a14="http://schemas.microsoft.com/office/drawing/2010/main"/>
              </a:ext>
            </a:extLst>
          </a:blip>
          <a:srcRect/>
          <a:stretch/>
        </p:blipFill>
        <p:spPr>
          <a:xfrm rot="10800000">
            <a:off x="7655166" y="-5"/>
            <a:ext cx="4536831" cy="6171121"/>
          </a:xfrm>
          <a:prstGeom prst="rect">
            <a:avLst/>
          </a:prstGeom>
        </p:spPr>
      </p:pic>
      <p:sp>
        <p:nvSpPr>
          <p:cNvPr id="4" name="Rectangle 3">
            <a:extLst>
              <a:ext uri="{FF2B5EF4-FFF2-40B4-BE49-F238E27FC236}">
                <a16:creationId xmlns:a16="http://schemas.microsoft.com/office/drawing/2014/main" id="{1ECE61AB-3E5E-FE38-DECF-98D2D1B5078F}"/>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5006345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EBE17-4DD2-21E2-ABA7-F6D42817CFCB}"/>
              </a:ext>
            </a:extLst>
          </p:cNvPr>
          <p:cNvSpPr>
            <a:spLocks noGrp="1"/>
          </p:cNvSpPr>
          <p:nvPr>
            <p:ph type="title" hasCustomPrompt="1"/>
          </p:nvPr>
        </p:nvSpPr>
        <p:spPr/>
        <p:txBody>
          <a:bodyPr/>
          <a:lstStyle>
            <a:lvl1pPr>
              <a:defRPr/>
            </a:lvl1pPr>
          </a:lstStyle>
          <a:p>
            <a:r>
              <a:rPr lang="en-US" dirty="0"/>
              <a:t>[Add headline]</a:t>
            </a:r>
          </a:p>
        </p:txBody>
      </p:sp>
      <p:sp>
        <p:nvSpPr>
          <p:cNvPr id="3" name="Content Placeholder 2">
            <a:extLst>
              <a:ext uri="{FF2B5EF4-FFF2-40B4-BE49-F238E27FC236}">
                <a16:creationId xmlns:a16="http://schemas.microsoft.com/office/drawing/2014/main" id="{7C706C06-FE3D-7FF2-EB7C-5634980811AE}"/>
              </a:ext>
            </a:extLst>
          </p:cNvPr>
          <p:cNvSpPr>
            <a:spLocks noGrp="1"/>
          </p:cNvSpPr>
          <p:nvPr>
            <p:ph idx="1" hasCustomPrompt="1"/>
          </p:nvPr>
        </p:nvSpPr>
        <p:spPr/>
        <p:txBody>
          <a:bodyPr/>
          <a:lstStyle>
            <a:lvl1pPr>
              <a:defRPr/>
            </a:lvl1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EFB826-F1E9-CC76-5882-399D0C4D7EB7}"/>
              </a:ext>
            </a:extLst>
          </p:cNvPr>
          <p:cNvSpPr>
            <a:spLocks noGrp="1"/>
          </p:cNvSpPr>
          <p:nvPr>
            <p:ph type="dt" sz="half" idx="10"/>
          </p:nvPr>
        </p:nvSpPr>
        <p:spPr/>
        <p:txBody>
          <a:bodyPr/>
          <a:lstStyle/>
          <a:p>
            <a:fld id="{2EDC3A01-719B-4C77-9AB3-44DC87CD8750}" type="datetime1">
              <a:rPr lang="en-US" smtClean="0"/>
              <a:t>10/8/26</a:t>
            </a:fld>
            <a:endParaRPr lang="en-US"/>
          </a:p>
        </p:txBody>
      </p:sp>
      <p:sp>
        <p:nvSpPr>
          <p:cNvPr id="5" name="Footer Placeholder 4">
            <a:extLst>
              <a:ext uri="{FF2B5EF4-FFF2-40B4-BE49-F238E27FC236}">
                <a16:creationId xmlns:a16="http://schemas.microsoft.com/office/drawing/2014/main" id="{DC46FC7B-AA7F-C4DA-68AF-77C141A16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32789C-6C5B-D210-1D9B-F5B607AE2697}"/>
              </a:ext>
            </a:extLst>
          </p:cNvPr>
          <p:cNvSpPr>
            <a:spLocks noGrp="1"/>
          </p:cNvSpPr>
          <p:nvPr>
            <p:ph type="sldNum" sz="quarter" idx="12"/>
          </p:nvPr>
        </p:nvSpPr>
        <p:spPr/>
        <p:txBody>
          <a:bodyPr/>
          <a:lstStyle/>
          <a:p>
            <a:fld id="{16C30856-2FD0-40BB-988B-8BB8612257E2}" type="slidenum">
              <a:rPr lang="en-US" smtClean="0"/>
              <a:t>‹#›</a:t>
            </a:fld>
            <a:endParaRPr lang="en-US"/>
          </a:p>
        </p:txBody>
      </p:sp>
    </p:spTree>
    <p:extLst>
      <p:ext uri="{BB962C8B-B14F-4D97-AF65-F5344CB8AC3E}">
        <p14:creationId xmlns:p14="http://schemas.microsoft.com/office/powerpoint/2010/main" val="182881150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Gradi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1A67A7-1315-DDFC-BD48-0B6A9585B657}"/>
              </a:ext>
            </a:extLst>
          </p:cNvPr>
          <p:cNvSpPr>
            <a:spLocks noGrp="1"/>
          </p:cNvSpPr>
          <p:nvPr>
            <p:ph type="title" hasCustomPrompt="1"/>
          </p:nvPr>
        </p:nvSpPr>
        <p:spPr/>
        <p:txBody>
          <a:bodyPr/>
          <a:lstStyle/>
          <a:p>
            <a:r>
              <a:rPr lang="en-US" dirty="0"/>
              <a:t>[Add headline]</a:t>
            </a:r>
          </a:p>
        </p:txBody>
      </p:sp>
      <p:sp>
        <p:nvSpPr>
          <p:cNvPr id="7" name="Content Placeholder 6">
            <a:extLst>
              <a:ext uri="{FF2B5EF4-FFF2-40B4-BE49-F238E27FC236}">
                <a16:creationId xmlns:a16="http://schemas.microsoft.com/office/drawing/2014/main" id="{3487B219-73F4-5E7E-8701-E6715A25DCF3}"/>
              </a:ext>
            </a:extLst>
          </p:cNvPr>
          <p:cNvSpPr>
            <a:spLocks noGrp="1"/>
          </p:cNvSpPr>
          <p:nvPr>
            <p:ph sz="quarter" idx="10" hasCustomPrompt="1"/>
          </p:nvPr>
        </p:nvSpPr>
        <p:spPr>
          <a:xfrm>
            <a:off x="476655" y="1524001"/>
            <a:ext cx="11235446" cy="4652963"/>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2E3F1B3-A386-7F0E-0890-E1D961E77AC5}"/>
              </a:ext>
            </a:extLst>
          </p:cNvPr>
          <p:cNvSpPr>
            <a:spLocks noGrp="1"/>
          </p:cNvSpPr>
          <p:nvPr>
            <p:ph type="dt" sz="half" idx="11"/>
          </p:nvPr>
        </p:nvSpPr>
        <p:spPr/>
        <p:txBody>
          <a:bodyPr/>
          <a:lstStyle/>
          <a:p>
            <a:fld id="{5A6F18ED-1E40-4E77-AE3B-CE1E57CCF8F2}" type="datetime1">
              <a:rPr lang="en-US" smtClean="0"/>
              <a:t>10/8/26</a:t>
            </a:fld>
            <a:endParaRPr lang="en-US"/>
          </a:p>
        </p:txBody>
      </p:sp>
      <p:sp>
        <p:nvSpPr>
          <p:cNvPr id="3" name="Footer Placeholder 2">
            <a:extLst>
              <a:ext uri="{FF2B5EF4-FFF2-40B4-BE49-F238E27FC236}">
                <a16:creationId xmlns:a16="http://schemas.microsoft.com/office/drawing/2014/main" id="{37417164-773A-DB86-A55B-D37CF940B9D7}"/>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822D12BC-2C1C-6CB6-88D2-FFB242609C34}"/>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748176955"/>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1E03FABD-CD21-60B1-9757-85F6486A25B4}"/>
              </a:ext>
            </a:extLst>
          </p:cNvPr>
          <p:cNvSpPr>
            <a:spLocks noGrp="1"/>
          </p:cNvSpPr>
          <p:nvPr>
            <p:ph type="body" sz="quarter" idx="11" hasCustomPrompt="1"/>
          </p:nvPr>
        </p:nvSpPr>
        <p:spPr>
          <a:xfrm>
            <a:off x="476655" y="1668780"/>
            <a:ext cx="5523692" cy="468630"/>
          </a:xfrm>
          <a:custGeom>
            <a:avLst/>
            <a:gdLst>
              <a:gd name="connsiteX0" fmla="*/ 5523692 w 5523692"/>
              <a:gd name="connsiteY0" fmla="*/ 0 h 468630"/>
              <a:gd name="connsiteX1" fmla="*/ 5373325 w 5523692"/>
              <a:gd name="connsiteY1" fmla="*/ 468630 h 468630"/>
              <a:gd name="connsiteX2" fmla="*/ 0 w 5523692"/>
              <a:gd name="connsiteY2" fmla="*/ 468630 h 468630"/>
              <a:gd name="connsiteX3" fmla="*/ 154970 w 5523692"/>
              <a:gd name="connsiteY3" fmla="*/ 4434 h 468630"/>
            </a:gdLst>
            <a:ahLst/>
            <a:cxnLst>
              <a:cxn ang="0">
                <a:pos x="connsiteX0" y="connsiteY0"/>
              </a:cxn>
              <a:cxn ang="0">
                <a:pos x="connsiteX1" y="connsiteY1"/>
              </a:cxn>
              <a:cxn ang="0">
                <a:pos x="connsiteX2" y="connsiteY2"/>
              </a:cxn>
              <a:cxn ang="0">
                <a:pos x="connsiteX3" y="connsiteY3"/>
              </a:cxn>
            </a:cxnLst>
            <a:rect l="l" t="t" r="r" b="b"/>
            <a:pathLst>
              <a:path w="5523692" h="468630">
                <a:moveTo>
                  <a:pt x="5523692" y="0"/>
                </a:moveTo>
                <a:lnTo>
                  <a:pt x="5373325" y="468630"/>
                </a:lnTo>
                <a:lnTo>
                  <a:pt x="0" y="468630"/>
                </a:lnTo>
                <a:lnTo>
                  <a:pt x="154970" y="4434"/>
                </a:lnTo>
                <a:close/>
              </a:path>
            </a:pathLst>
          </a:custGeom>
          <a:solidFill>
            <a:schemeClr val="accent1"/>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22" name="Text Placeholder 21">
            <a:extLst>
              <a:ext uri="{FF2B5EF4-FFF2-40B4-BE49-F238E27FC236}">
                <a16:creationId xmlns:a16="http://schemas.microsoft.com/office/drawing/2014/main" id="{78EBDD1E-0E08-AD11-A5D6-7F16510CB427}"/>
              </a:ext>
            </a:extLst>
          </p:cNvPr>
          <p:cNvSpPr>
            <a:spLocks noGrp="1"/>
          </p:cNvSpPr>
          <p:nvPr>
            <p:ph type="body" sz="quarter" idx="12" hasCustomPrompt="1"/>
          </p:nvPr>
        </p:nvSpPr>
        <p:spPr>
          <a:xfrm>
            <a:off x="6191652" y="1668782"/>
            <a:ext cx="5566056" cy="468629"/>
          </a:xfrm>
          <a:custGeom>
            <a:avLst/>
            <a:gdLst>
              <a:gd name="connsiteX0" fmla="*/ 5566056 w 5566056"/>
              <a:gd name="connsiteY0" fmla="*/ 0 h 468629"/>
              <a:gd name="connsiteX1" fmla="*/ 5566056 w 5566056"/>
              <a:gd name="connsiteY1" fmla="*/ 1957 h 468629"/>
              <a:gd name="connsiteX2" fmla="*/ 5415151 w 5566056"/>
              <a:gd name="connsiteY2" fmla="*/ 468629 h 468629"/>
              <a:gd name="connsiteX3" fmla="*/ 0 w 5566056"/>
              <a:gd name="connsiteY3" fmla="*/ 468629 h 468629"/>
              <a:gd name="connsiteX4" fmla="*/ 156177 w 5566056"/>
              <a:gd name="connsiteY4" fmla="*/ 4433 h 46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6056" h="468629">
                <a:moveTo>
                  <a:pt x="5566056" y="0"/>
                </a:moveTo>
                <a:lnTo>
                  <a:pt x="5566056" y="1957"/>
                </a:lnTo>
                <a:lnTo>
                  <a:pt x="5415151" y="468629"/>
                </a:lnTo>
                <a:lnTo>
                  <a:pt x="0" y="468629"/>
                </a:lnTo>
                <a:lnTo>
                  <a:pt x="156177" y="4433"/>
                </a:lnTo>
                <a:close/>
              </a:path>
            </a:pathLst>
          </a:custGeom>
          <a:solidFill>
            <a:schemeClr val="accent4"/>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9" name="Title 8">
            <a:extLst>
              <a:ext uri="{FF2B5EF4-FFF2-40B4-BE49-F238E27FC236}">
                <a16:creationId xmlns:a16="http://schemas.microsoft.com/office/drawing/2014/main" id="{FED1F947-391B-EFDA-064E-BBCB0C4B3EFB}"/>
              </a:ext>
            </a:extLst>
          </p:cNvPr>
          <p:cNvSpPr>
            <a:spLocks noGrp="1"/>
          </p:cNvSpPr>
          <p:nvPr>
            <p:ph type="title" hasCustomPrompt="1"/>
          </p:nvPr>
        </p:nvSpPr>
        <p:spPr/>
        <p:txBody>
          <a:bodyPr/>
          <a:lstStyle/>
          <a:p>
            <a:r>
              <a:rPr lang="en-US" dirty="0"/>
              <a:t>[Add headline]</a:t>
            </a:r>
          </a:p>
        </p:txBody>
      </p:sp>
      <p:sp>
        <p:nvSpPr>
          <p:cNvPr id="15" name="Content Placeholder 11">
            <a:extLst>
              <a:ext uri="{FF2B5EF4-FFF2-40B4-BE49-F238E27FC236}">
                <a16:creationId xmlns:a16="http://schemas.microsoft.com/office/drawing/2014/main" id="{5B2065A5-0501-71A5-6865-16313585C46A}"/>
              </a:ext>
            </a:extLst>
          </p:cNvPr>
          <p:cNvSpPr>
            <a:spLocks noGrp="1"/>
          </p:cNvSpPr>
          <p:nvPr>
            <p:ph sz="quarter" idx="13"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a:extLst>
              <a:ext uri="{FF2B5EF4-FFF2-40B4-BE49-F238E27FC236}">
                <a16:creationId xmlns:a16="http://schemas.microsoft.com/office/drawing/2014/main" id="{6D1D1753-B697-6872-6AAC-C3F5065F212C}"/>
              </a:ext>
            </a:extLst>
          </p:cNvPr>
          <p:cNvSpPr>
            <a:spLocks noGrp="1"/>
          </p:cNvSpPr>
          <p:nvPr>
            <p:ph sz="quarter" idx="14" hasCustomPrompt="1"/>
          </p:nvPr>
        </p:nvSpPr>
        <p:spPr>
          <a:xfrm>
            <a:off x="6223000" y="2423160"/>
            <a:ext cx="5491163"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E3456E6-C9F8-EB08-FC0E-688C654B7EAB}"/>
              </a:ext>
            </a:extLst>
          </p:cNvPr>
          <p:cNvSpPr>
            <a:spLocks noGrp="1"/>
          </p:cNvSpPr>
          <p:nvPr>
            <p:ph type="dt" sz="half" idx="15"/>
          </p:nvPr>
        </p:nvSpPr>
        <p:spPr/>
        <p:txBody>
          <a:bodyPr/>
          <a:lstStyle/>
          <a:p>
            <a:fld id="{017B6EA2-C518-4BA2-90F9-CC96ACB48612}" type="datetime1">
              <a:rPr lang="en-US" smtClean="0"/>
              <a:t>10/8/26</a:t>
            </a:fld>
            <a:endParaRPr lang="en-US"/>
          </a:p>
        </p:txBody>
      </p:sp>
      <p:sp>
        <p:nvSpPr>
          <p:cNvPr id="3" name="Footer Placeholder 2">
            <a:extLst>
              <a:ext uri="{FF2B5EF4-FFF2-40B4-BE49-F238E27FC236}">
                <a16:creationId xmlns:a16="http://schemas.microsoft.com/office/drawing/2014/main" id="{6B3DD683-D36E-BBE3-032D-479DF1F5BE81}"/>
              </a:ext>
            </a:extLst>
          </p:cNvPr>
          <p:cNvSpPr>
            <a:spLocks noGrp="1"/>
          </p:cNvSpPr>
          <p:nvPr>
            <p:ph type="ftr" sz="quarter" idx="16"/>
          </p:nvPr>
        </p:nvSpPr>
        <p:spPr/>
        <p:txBody>
          <a:bodyPr/>
          <a:lstStyle/>
          <a:p>
            <a:endParaRPr lang="en-US" dirty="0"/>
          </a:p>
        </p:txBody>
      </p:sp>
      <p:sp>
        <p:nvSpPr>
          <p:cNvPr id="4" name="Slide Number Placeholder 3">
            <a:extLst>
              <a:ext uri="{FF2B5EF4-FFF2-40B4-BE49-F238E27FC236}">
                <a16:creationId xmlns:a16="http://schemas.microsoft.com/office/drawing/2014/main" id="{5498AA8F-5BBE-3043-38DC-D77CC77F61A3}"/>
              </a:ext>
            </a:extLst>
          </p:cNvPr>
          <p:cNvSpPr>
            <a:spLocks noGrp="1"/>
          </p:cNvSpPr>
          <p:nvPr>
            <p:ph type="sldNum" sz="quarter" idx="17"/>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903636811"/>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3 Column">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FE31F058-58D4-9FB8-17AA-631FAC0CCD58}"/>
              </a:ext>
            </a:extLst>
          </p:cNvPr>
          <p:cNvSpPr>
            <a:spLocks noGrp="1"/>
          </p:cNvSpPr>
          <p:nvPr>
            <p:ph type="body" sz="quarter" idx="11" hasCustomPrompt="1"/>
          </p:nvPr>
        </p:nvSpPr>
        <p:spPr>
          <a:xfrm>
            <a:off x="476656"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64" name="Text Placeholder 8">
            <a:extLst>
              <a:ext uri="{FF2B5EF4-FFF2-40B4-BE49-F238E27FC236}">
                <a16:creationId xmlns:a16="http://schemas.microsoft.com/office/drawing/2014/main" id="{492887F5-EF1F-272E-FB34-BA69B9046206}"/>
              </a:ext>
            </a:extLst>
          </p:cNvPr>
          <p:cNvSpPr>
            <a:spLocks noGrp="1"/>
          </p:cNvSpPr>
          <p:nvPr>
            <p:ph type="body" sz="quarter" idx="15" hasCustomPrompt="1"/>
          </p:nvPr>
        </p:nvSpPr>
        <p:spPr>
          <a:xfrm>
            <a:off x="4363604"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65" name="Text Placeholder 8">
            <a:extLst>
              <a:ext uri="{FF2B5EF4-FFF2-40B4-BE49-F238E27FC236}">
                <a16:creationId xmlns:a16="http://schemas.microsoft.com/office/drawing/2014/main" id="{564EC78A-D51E-5C6F-ACCA-134C6A5150D0}"/>
              </a:ext>
            </a:extLst>
          </p:cNvPr>
          <p:cNvSpPr>
            <a:spLocks noGrp="1"/>
          </p:cNvSpPr>
          <p:nvPr>
            <p:ph type="body" sz="quarter" idx="16" hasCustomPrompt="1"/>
          </p:nvPr>
        </p:nvSpPr>
        <p:spPr>
          <a:xfrm>
            <a:off x="8250552" y="1668780"/>
            <a:ext cx="3461548"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241B4C94-6EA7-DE45-1C16-2CCEA06C8BE0}"/>
              </a:ext>
            </a:extLst>
          </p:cNvPr>
          <p:cNvSpPr>
            <a:spLocks noGrp="1"/>
          </p:cNvSpPr>
          <p:nvPr>
            <p:ph type="title" hasCustomPrompt="1"/>
          </p:nvPr>
        </p:nvSpPr>
        <p:spPr>
          <a:xfrm>
            <a:off x="476655" y="365125"/>
            <a:ext cx="11235446" cy="957837"/>
          </a:xfrm>
        </p:spPr>
        <p:txBody>
          <a:bodyPr/>
          <a:lstStyle/>
          <a:p>
            <a:r>
              <a:rPr lang="en-US" dirty="0"/>
              <a:t>[Add headline]</a:t>
            </a:r>
          </a:p>
        </p:txBody>
      </p:sp>
      <p:sp>
        <p:nvSpPr>
          <p:cNvPr id="7" name="Content Placeholder 6">
            <a:extLst>
              <a:ext uri="{FF2B5EF4-FFF2-40B4-BE49-F238E27FC236}">
                <a16:creationId xmlns:a16="http://schemas.microsoft.com/office/drawing/2014/main" id="{0F819557-D63E-D522-FE8D-9A882FD58D17}"/>
              </a:ext>
            </a:extLst>
          </p:cNvPr>
          <p:cNvSpPr>
            <a:spLocks noGrp="1"/>
          </p:cNvSpPr>
          <p:nvPr>
            <p:ph sz="quarter" idx="17" hasCustomPrompt="1"/>
          </p:nvPr>
        </p:nvSpPr>
        <p:spPr>
          <a:xfrm>
            <a:off x="476250"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5515BE0D-3FE0-81D8-E804-DD817A274BDE}"/>
              </a:ext>
            </a:extLst>
          </p:cNvPr>
          <p:cNvSpPr>
            <a:spLocks noGrp="1"/>
          </p:cNvSpPr>
          <p:nvPr>
            <p:ph sz="quarter" idx="18" hasCustomPrompt="1"/>
          </p:nvPr>
        </p:nvSpPr>
        <p:spPr>
          <a:xfrm>
            <a:off x="4363603"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FF2B5EF4-FFF2-40B4-BE49-F238E27FC236}">
                <a16:creationId xmlns:a16="http://schemas.microsoft.com/office/drawing/2014/main" id="{093FA459-11BC-1515-3D4A-4228DB1724EE}"/>
              </a:ext>
            </a:extLst>
          </p:cNvPr>
          <p:cNvSpPr>
            <a:spLocks noGrp="1"/>
          </p:cNvSpPr>
          <p:nvPr>
            <p:ph sz="quarter" idx="19" hasCustomPrompt="1"/>
          </p:nvPr>
        </p:nvSpPr>
        <p:spPr>
          <a:xfrm>
            <a:off x="8250552" y="2420041"/>
            <a:ext cx="3465576" cy="374904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a:t>
            </a:r>
          </a:p>
          <a:p>
            <a:pPr lvl="1"/>
            <a:r>
              <a:rPr lang="en-US" dirty="0"/>
              <a:t>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B9842593-B66A-4A19-6EB5-C3F2B221ECE4}"/>
              </a:ext>
            </a:extLst>
          </p:cNvPr>
          <p:cNvSpPr>
            <a:spLocks noGrp="1"/>
          </p:cNvSpPr>
          <p:nvPr>
            <p:ph type="dt" sz="half" idx="20"/>
          </p:nvPr>
        </p:nvSpPr>
        <p:spPr/>
        <p:txBody>
          <a:bodyPr/>
          <a:lstStyle/>
          <a:p>
            <a:fld id="{65378917-B1FF-4A52-ACCF-13C7FBC5D5A7}" type="datetime1">
              <a:rPr lang="en-US" smtClean="0"/>
              <a:t>10/8/26</a:t>
            </a:fld>
            <a:endParaRPr lang="en-US"/>
          </a:p>
        </p:txBody>
      </p:sp>
      <p:sp>
        <p:nvSpPr>
          <p:cNvPr id="3" name="Footer Placeholder 2">
            <a:extLst>
              <a:ext uri="{FF2B5EF4-FFF2-40B4-BE49-F238E27FC236}">
                <a16:creationId xmlns:a16="http://schemas.microsoft.com/office/drawing/2014/main" id="{081BC2C2-2075-4509-CFB8-D95D387DC147}"/>
              </a:ext>
            </a:extLst>
          </p:cNvPr>
          <p:cNvSpPr>
            <a:spLocks noGrp="1"/>
          </p:cNvSpPr>
          <p:nvPr>
            <p:ph type="ftr" sz="quarter" idx="21"/>
          </p:nvPr>
        </p:nvSpPr>
        <p:spPr/>
        <p:txBody>
          <a:bodyPr/>
          <a:lstStyle/>
          <a:p>
            <a:endParaRPr lang="en-US" dirty="0"/>
          </a:p>
        </p:txBody>
      </p:sp>
      <p:sp>
        <p:nvSpPr>
          <p:cNvPr id="5" name="Slide Number Placeholder 4">
            <a:extLst>
              <a:ext uri="{FF2B5EF4-FFF2-40B4-BE49-F238E27FC236}">
                <a16:creationId xmlns:a16="http://schemas.microsoft.com/office/drawing/2014/main" id="{A8C7017B-A31B-B1C8-AE07-128E68E7DCC8}"/>
              </a:ext>
            </a:extLst>
          </p:cNvPr>
          <p:cNvSpPr>
            <a:spLocks noGrp="1"/>
          </p:cNvSpPr>
          <p:nvPr>
            <p:ph type="sldNum" sz="quarter" idx="2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018047426"/>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4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4AF4454A-1163-CE8E-4E2D-40F6881C0628}"/>
              </a:ext>
            </a:extLst>
          </p:cNvPr>
          <p:cNvSpPr>
            <a:spLocks noGrp="1"/>
          </p:cNvSpPr>
          <p:nvPr>
            <p:ph type="body" sz="quarter" idx="11" hasCustomPrompt="1"/>
          </p:nvPr>
        </p:nvSpPr>
        <p:spPr>
          <a:xfrm>
            <a:off x="476656"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1" name="Text Placeholder 8">
            <a:extLst>
              <a:ext uri="{FF2B5EF4-FFF2-40B4-BE49-F238E27FC236}">
                <a16:creationId xmlns:a16="http://schemas.microsoft.com/office/drawing/2014/main" id="{D1AF78D1-7BAB-FEED-2642-42C2144FFDC3}"/>
              </a:ext>
            </a:extLst>
          </p:cNvPr>
          <p:cNvSpPr>
            <a:spLocks noGrp="1"/>
          </p:cNvSpPr>
          <p:nvPr>
            <p:ph type="body" sz="quarter" idx="13" hasCustomPrompt="1"/>
          </p:nvPr>
        </p:nvSpPr>
        <p:spPr>
          <a:xfrm>
            <a:off x="3313890"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3" name="Text Placeholder 8">
            <a:extLst>
              <a:ext uri="{FF2B5EF4-FFF2-40B4-BE49-F238E27FC236}">
                <a16:creationId xmlns:a16="http://schemas.microsoft.com/office/drawing/2014/main" id="{50AC1CC4-892B-E235-81BC-15D3794CBCE0}"/>
              </a:ext>
            </a:extLst>
          </p:cNvPr>
          <p:cNvSpPr>
            <a:spLocks noGrp="1"/>
          </p:cNvSpPr>
          <p:nvPr>
            <p:ph type="body" sz="quarter" idx="15" hasCustomPrompt="1"/>
          </p:nvPr>
        </p:nvSpPr>
        <p:spPr>
          <a:xfrm>
            <a:off x="6151124"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15" name="Text Placeholder 8">
            <a:extLst>
              <a:ext uri="{FF2B5EF4-FFF2-40B4-BE49-F238E27FC236}">
                <a16:creationId xmlns:a16="http://schemas.microsoft.com/office/drawing/2014/main" id="{F3CE6D06-3DFB-168E-C0A9-346CE30CE1BF}"/>
              </a:ext>
            </a:extLst>
          </p:cNvPr>
          <p:cNvSpPr>
            <a:spLocks noGrp="1"/>
          </p:cNvSpPr>
          <p:nvPr>
            <p:ph type="body" sz="quarter" idx="17" hasCustomPrompt="1"/>
          </p:nvPr>
        </p:nvSpPr>
        <p:spPr>
          <a:xfrm>
            <a:off x="8988358" y="1668780"/>
            <a:ext cx="2723744" cy="594360"/>
          </a:xfrm>
          <a:prstGeom prst="rect">
            <a:avLst/>
          </a:prstGeom>
        </p:spPr>
        <p:txBody>
          <a:bodyPr anchor="t">
            <a:noAutofit/>
          </a:bodyPr>
          <a:lstStyle>
            <a:lvl1pPr marL="0" indent="0" algn="l">
              <a:lnSpc>
                <a:spcPct val="100000"/>
              </a:lnSpc>
              <a:buFontTx/>
              <a:buNone/>
              <a:defRPr sz="2000" b="1">
                <a:solidFill>
                  <a:schemeClr val="accent1"/>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A6825A77-EF19-12B0-4EAC-BAF6B75518F3}"/>
              </a:ext>
            </a:extLst>
          </p:cNvPr>
          <p:cNvSpPr>
            <a:spLocks noGrp="1"/>
          </p:cNvSpPr>
          <p:nvPr>
            <p:ph type="title" hasCustomPrompt="1"/>
          </p:nvPr>
        </p:nvSpPr>
        <p:spPr/>
        <p:txBody>
          <a:bodyPr/>
          <a:lstStyle/>
          <a:p>
            <a:r>
              <a:rPr lang="en-US" dirty="0"/>
              <a:t>[Add headline]</a:t>
            </a:r>
          </a:p>
        </p:txBody>
      </p:sp>
      <p:sp>
        <p:nvSpPr>
          <p:cNvPr id="6" name="Content Placeholder 6">
            <a:extLst>
              <a:ext uri="{FF2B5EF4-FFF2-40B4-BE49-F238E27FC236}">
                <a16:creationId xmlns:a16="http://schemas.microsoft.com/office/drawing/2014/main" id="{290E520C-6300-A004-5B71-126677B05DF8}"/>
              </a:ext>
            </a:extLst>
          </p:cNvPr>
          <p:cNvSpPr>
            <a:spLocks noGrp="1"/>
          </p:cNvSpPr>
          <p:nvPr>
            <p:ph sz="quarter" idx="18" hasCustomPrompt="1"/>
          </p:nvPr>
        </p:nvSpPr>
        <p:spPr>
          <a:xfrm>
            <a:off x="476250" y="2423160"/>
            <a:ext cx="2724912"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9">
            <a:extLst>
              <a:ext uri="{FF2B5EF4-FFF2-40B4-BE49-F238E27FC236}">
                <a16:creationId xmlns:a16="http://schemas.microsoft.com/office/drawing/2014/main" id="{4CF236D1-0DF4-3035-C73A-F9A9040A8694}"/>
              </a:ext>
            </a:extLst>
          </p:cNvPr>
          <p:cNvSpPr>
            <a:spLocks noGrp="1"/>
          </p:cNvSpPr>
          <p:nvPr>
            <p:ph sz="quarter" idx="19" hasCustomPrompt="1"/>
          </p:nvPr>
        </p:nvSpPr>
        <p:spPr>
          <a:xfrm>
            <a:off x="3313890" y="2423160"/>
            <a:ext cx="2724912"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2">
            <a:extLst>
              <a:ext uri="{FF2B5EF4-FFF2-40B4-BE49-F238E27FC236}">
                <a16:creationId xmlns:a16="http://schemas.microsoft.com/office/drawing/2014/main" id="{4259B2F7-833F-913F-3D86-0A2CD0FE0944}"/>
              </a:ext>
            </a:extLst>
          </p:cNvPr>
          <p:cNvSpPr>
            <a:spLocks noGrp="1"/>
          </p:cNvSpPr>
          <p:nvPr>
            <p:ph sz="quarter" idx="20" hasCustomPrompt="1"/>
          </p:nvPr>
        </p:nvSpPr>
        <p:spPr>
          <a:xfrm>
            <a:off x="6151124" y="2423160"/>
            <a:ext cx="2724912" cy="3710723"/>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a:extLst>
              <a:ext uri="{FF2B5EF4-FFF2-40B4-BE49-F238E27FC236}">
                <a16:creationId xmlns:a16="http://schemas.microsoft.com/office/drawing/2014/main" id="{17AB11C0-522F-735B-4F7B-548C5EDF138F}"/>
              </a:ext>
            </a:extLst>
          </p:cNvPr>
          <p:cNvSpPr>
            <a:spLocks noGrp="1"/>
          </p:cNvSpPr>
          <p:nvPr>
            <p:ph sz="quarter" idx="21" hasCustomPrompt="1"/>
          </p:nvPr>
        </p:nvSpPr>
        <p:spPr>
          <a:xfrm>
            <a:off x="8988425" y="2423160"/>
            <a:ext cx="2724150" cy="375539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88B39EF4-C5BA-104F-0DB1-5E2FE18CF63D}"/>
              </a:ext>
            </a:extLst>
          </p:cNvPr>
          <p:cNvSpPr>
            <a:spLocks noGrp="1"/>
          </p:cNvSpPr>
          <p:nvPr>
            <p:ph type="dt" sz="half" idx="22"/>
          </p:nvPr>
        </p:nvSpPr>
        <p:spPr/>
        <p:txBody>
          <a:bodyPr/>
          <a:lstStyle/>
          <a:p>
            <a:fld id="{8AE328AB-B028-465F-AC96-3659E34BD48A}" type="datetime1">
              <a:rPr lang="en-US" smtClean="0"/>
              <a:t>10/8/26</a:t>
            </a:fld>
            <a:endParaRPr lang="en-US"/>
          </a:p>
        </p:txBody>
      </p:sp>
      <p:sp>
        <p:nvSpPr>
          <p:cNvPr id="3" name="Footer Placeholder 2">
            <a:extLst>
              <a:ext uri="{FF2B5EF4-FFF2-40B4-BE49-F238E27FC236}">
                <a16:creationId xmlns:a16="http://schemas.microsoft.com/office/drawing/2014/main" id="{CA93D47C-142E-1783-338B-CCCE4F0C9B0C}"/>
              </a:ext>
            </a:extLst>
          </p:cNvPr>
          <p:cNvSpPr>
            <a:spLocks noGrp="1"/>
          </p:cNvSpPr>
          <p:nvPr>
            <p:ph type="ftr" sz="quarter" idx="23"/>
          </p:nvPr>
        </p:nvSpPr>
        <p:spPr/>
        <p:txBody>
          <a:bodyPr/>
          <a:lstStyle/>
          <a:p>
            <a:endParaRPr lang="en-US" dirty="0"/>
          </a:p>
        </p:txBody>
      </p:sp>
      <p:sp>
        <p:nvSpPr>
          <p:cNvPr id="5" name="Slide Number Placeholder 4">
            <a:extLst>
              <a:ext uri="{FF2B5EF4-FFF2-40B4-BE49-F238E27FC236}">
                <a16:creationId xmlns:a16="http://schemas.microsoft.com/office/drawing/2014/main" id="{AD394851-5D1E-CEC5-CC15-B0037137CDB6}"/>
              </a:ext>
            </a:extLst>
          </p:cNvPr>
          <p:cNvSpPr>
            <a:spLocks noGrp="1"/>
          </p:cNvSpPr>
          <p:nvPr>
            <p:ph type="sldNum" sz="quarter" idx="2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786120612"/>
      </p:ext>
    </p:extLst>
  </p:cSld>
  <p:clrMapOvr>
    <a:masterClrMapping/>
  </p:clrMapOvr>
  <p:transition>
    <p:fade/>
  </p:transition>
  <p:extLst>
    <p:ext uri="{DCECCB84-F9BA-43D5-87BE-67443E8EF086}">
      <p15:sldGuideLst xmlns:p15="http://schemas.microsoft.com/office/powerpoint/2012/main">
        <p15:guide id="1" orient="horz" pos="10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198FF9-0F40-03E3-AB81-670EE4DC8DEC}"/>
              </a:ext>
            </a:extLst>
          </p:cNvPr>
          <p:cNvSpPr>
            <a:spLocks noGrp="1"/>
          </p:cNvSpPr>
          <p:nvPr>
            <p:ph idx="1" hasCustomPrompt="1"/>
          </p:nvPr>
        </p:nvSpPr>
        <p:spPr>
          <a:xfrm>
            <a:off x="476249" y="1610971"/>
            <a:ext cx="11235445" cy="4567579"/>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3BA5674-AC82-48D2-CB56-30149CAAA518}"/>
              </a:ext>
            </a:extLst>
          </p:cNvPr>
          <p:cNvSpPr>
            <a:spLocks noGrp="1"/>
          </p:cNvSpPr>
          <p:nvPr>
            <p:ph type="body" sz="half" idx="2" hasCustomPrompt="1"/>
          </p:nvPr>
        </p:nvSpPr>
        <p:spPr>
          <a:xfrm>
            <a:off x="476250" y="1074746"/>
            <a:ext cx="11237913" cy="441318"/>
          </a:xfrm>
        </p:spPr>
        <p:txBody>
          <a:bodyPr/>
          <a:lstStyle>
            <a:lvl1pPr marL="0" indent="0">
              <a:buNone/>
              <a:defRPr sz="1800" b="1">
                <a:solidFill>
                  <a:schemeClr val="accent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insert sub-title]</a:t>
            </a:r>
          </a:p>
        </p:txBody>
      </p:sp>
      <p:sp>
        <p:nvSpPr>
          <p:cNvPr id="5" name="Date Placeholder 4">
            <a:extLst>
              <a:ext uri="{FF2B5EF4-FFF2-40B4-BE49-F238E27FC236}">
                <a16:creationId xmlns:a16="http://schemas.microsoft.com/office/drawing/2014/main" id="{2B66AEB8-859C-3468-157B-0DA4DCF1DDF1}"/>
              </a:ext>
            </a:extLst>
          </p:cNvPr>
          <p:cNvSpPr>
            <a:spLocks noGrp="1"/>
          </p:cNvSpPr>
          <p:nvPr>
            <p:ph type="dt" sz="half" idx="10"/>
          </p:nvPr>
        </p:nvSpPr>
        <p:spPr/>
        <p:txBody>
          <a:bodyPr/>
          <a:lstStyle/>
          <a:p>
            <a:fld id="{638F2489-D6F9-464E-9691-CACD1332E96E}" type="datetime1">
              <a:rPr lang="en-US" smtClean="0"/>
              <a:t>10/8/26</a:t>
            </a:fld>
            <a:endParaRPr lang="en-US"/>
          </a:p>
        </p:txBody>
      </p:sp>
      <p:sp>
        <p:nvSpPr>
          <p:cNvPr id="6" name="Footer Placeholder 5">
            <a:extLst>
              <a:ext uri="{FF2B5EF4-FFF2-40B4-BE49-F238E27FC236}">
                <a16:creationId xmlns:a16="http://schemas.microsoft.com/office/drawing/2014/main" id="{3DC5BE91-A7B7-5BB3-1DE7-D51060E92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A225DB-0EB7-DBFF-C8D2-4E13592C1DF2}"/>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8" name="Title 7">
            <a:extLst>
              <a:ext uri="{FF2B5EF4-FFF2-40B4-BE49-F238E27FC236}">
                <a16:creationId xmlns:a16="http://schemas.microsoft.com/office/drawing/2014/main" id="{03FAAD8E-C9DA-9608-2773-4008E9AD81A0}"/>
              </a:ext>
            </a:extLst>
          </p:cNvPr>
          <p:cNvSpPr>
            <a:spLocks noGrp="1"/>
          </p:cNvSpPr>
          <p:nvPr>
            <p:ph type="title" hasCustomPrompt="1"/>
          </p:nvPr>
        </p:nvSpPr>
        <p:spPr>
          <a:xfrm>
            <a:off x="476655" y="365125"/>
            <a:ext cx="11235446" cy="709621"/>
          </a:xfrm>
        </p:spPr>
        <p:txBody>
          <a:bodyPr/>
          <a:lstStyle/>
          <a:p>
            <a:r>
              <a:rPr lang="en-US" dirty="0"/>
              <a:t>[Add headline]</a:t>
            </a:r>
          </a:p>
        </p:txBody>
      </p:sp>
    </p:spTree>
    <p:extLst>
      <p:ext uri="{BB962C8B-B14F-4D97-AF65-F5344CB8AC3E}">
        <p14:creationId xmlns:p14="http://schemas.microsoft.com/office/powerpoint/2010/main" val="350851886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 Centered">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C959D-9680-FE78-4473-B5F8D0FA55F3}"/>
              </a:ext>
            </a:extLst>
          </p:cNvPr>
          <p:cNvSpPr>
            <a:spLocks noGrp="1"/>
          </p:cNvSpPr>
          <p:nvPr>
            <p:ph type="title" hasCustomPrompt="1"/>
          </p:nvPr>
        </p:nvSpPr>
        <p:spPr/>
        <p:txBody>
          <a:bodyPr/>
          <a:lstStyle>
            <a:lvl1pPr algn="ctr">
              <a:defRPr/>
            </a:lvl1pPr>
          </a:lstStyle>
          <a:p>
            <a:r>
              <a:rPr lang="en-US" dirty="0"/>
              <a:t>[Add headline]</a:t>
            </a:r>
          </a:p>
        </p:txBody>
      </p:sp>
      <p:sp>
        <p:nvSpPr>
          <p:cNvPr id="2" name="Date Placeholder 1">
            <a:extLst>
              <a:ext uri="{FF2B5EF4-FFF2-40B4-BE49-F238E27FC236}">
                <a16:creationId xmlns:a16="http://schemas.microsoft.com/office/drawing/2014/main" id="{6DD4341A-43FC-3C91-6B52-92D3D468420A}"/>
              </a:ext>
            </a:extLst>
          </p:cNvPr>
          <p:cNvSpPr>
            <a:spLocks noGrp="1"/>
          </p:cNvSpPr>
          <p:nvPr>
            <p:ph type="dt" sz="half" idx="10"/>
          </p:nvPr>
        </p:nvSpPr>
        <p:spPr/>
        <p:txBody>
          <a:bodyPr/>
          <a:lstStyle/>
          <a:p>
            <a:fld id="{A0E1C6C8-CCCA-4CB3-BE26-D2B6E010B6E2}" type="datetime1">
              <a:rPr lang="en-US" smtClean="0"/>
              <a:t>10/8/26</a:t>
            </a:fld>
            <a:endParaRPr lang="en-US"/>
          </a:p>
        </p:txBody>
      </p:sp>
      <p:sp>
        <p:nvSpPr>
          <p:cNvPr id="4" name="Footer Placeholder 3">
            <a:extLst>
              <a:ext uri="{FF2B5EF4-FFF2-40B4-BE49-F238E27FC236}">
                <a16:creationId xmlns:a16="http://schemas.microsoft.com/office/drawing/2014/main" id="{D694CDCB-ED3C-A358-FAF5-DC2C5A25E16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725916B-0D54-1F63-4477-62ADD91F12D3}"/>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266572513"/>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67EE46-232A-3E52-B735-BB1BF31C5BCE}"/>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pic>
        <p:nvPicPr>
          <p:cNvPr id="2" name="Picture 1">
            <a:extLst>
              <a:ext uri="{FF2B5EF4-FFF2-40B4-BE49-F238E27FC236}">
                <a16:creationId xmlns:a16="http://schemas.microsoft.com/office/drawing/2014/main" id="{CB40B89E-CAC6-8690-FBAA-7E5EA367415F}"/>
              </a:ext>
            </a:extLst>
          </p:cNvPr>
          <p:cNvPicPr>
            <a:picLocks noChangeAspect="1"/>
          </p:cNvPicPr>
          <p:nvPr userDrawn="1"/>
        </p:nvPicPr>
        <p:blipFill>
          <a:blip r:embed="rId2"/>
          <a:srcRect b="1143"/>
          <a:stretch/>
        </p:blipFill>
        <p:spPr>
          <a:xfrm>
            <a:off x="0" y="-1"/>
            <a:ext cx="12192000" cy="6858001"/>
          </a:xfrm>
          <a:prstGeom prst="rect">
            <a:avLst/>
          </a:prstGeom>
        </p:spPr>
      </p:pic>
    </p:spTree>
    <p:extLst>
      <p:ext uri="{BB962C8B-B14F-4D97-AF65-F5344CB8AC3E}">
        <p14:creationId xmlns:p14="http://schemas.microsoft.com/office/powerpoint/2010/main" val="44877326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 Agenda">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96E2-7169-ABF7-F483-D151455C95FD}"/>
              </a:ext>
            </a:extLst>
          </p:cNvPr>
          <p:cNvSpPr>
            <a:spLocks noGrp="1"/>
          </p:cNvSpPr>
          <p:nvPr>
            <p:ph type="title" hasCustomPrompt="1"/>
          </p:nvPr>
        </p:nvSpPr>
        <p:spPr>
          <a:xfrm>
            <a:off x="483292" y="1516063"/>
            <a:ext cx="3088849" cy="2085989"/>
          </a:xfrm>
        </p:spPr>
        <p:txBody>
          <a:bodyPr/>
          <a:lstStyle>
            <a:lvl1pPr>
              <a:defRPr/>
            </a:lvl1pPr>
          </a:lstStyle>
          <a:p>
            <a:r>
              <a:rPr lang="en-US" dirty="0"/>
              <a:t>[Add “Topic” or “Agenda”</a:t>
            </a:r>
          </a:p>
        </p:txBody>
      </p:sp>
      <p:sp>
        <p:nvSpPr>
          <p:cNvPr id="3" name="Date Placeholder 2">
            <a:extLst>
              <a:ext uri="{FF2B5EF4-FFF2-40B4-BE49-F238E27FC236}">
                <a16:creationId xmlns:a16="http://schemas.microsoft.com/office/drawing/2014/main" id="{7C158160-6325-1B29-F816-40A0279BE546}"/>
              </a:ext>
            </a:extLst>
          </p:cNvPr>
          <p:cNvSpPr>
            <a:spLocks noGrp="1"/>
          </p:cNvSpPr>
          <p:nvPr>
            <p:ph type="dt" sz="half" idx="10"/>
          </p:nvPr>
        </p:nvSpPr>
        <p:spPr/>
        <p:txBody>
          <a:bodyPr/>
          <a:lstStyle/>
          <a:p>
            <a:fld id="{9E3336EB-F901-427F-9B57-A9CF410E8151}" type="datetime1">
              <a:rPr lang="en-US" smtClean="0"/>
              <a:t>10/8/26</a:t>
            </a:fld>
            <a:endParaRPr lang="en-US"/>
          </a:p>
        </p:txBody>
      </p:sp>
      <p:sp>
        <p:nvSpPr>
          <p:cNvPr id="4" name="Footer Placeholder 3">
            <a:extLst>
              <a:ext uri="{FF2B5EF4-FFF2-40B4-BE49-F238E27FC236}">
                <a16:creationId xmlns:a16="http://schemas.microsoft.com/office/drawing/2014/main" id="{563384C5-875E-04B9-FBD8-E2BF420D0B1F}"/>
              </a:ext>
            </a:extLst>
          </p:cNvPr>
          <p:cNvSpPr>
            <a:spLocks noGrp="1"/>
          </p:cNvSpPr>
          <p:nvPr>
            <p:ph type="ftr" sz="quarter" idx="11"/>
          </p:nvPr>
        </p:nvSpPr>
        <p:spPr/>
        <p:txBody>
          <a:bodyPr/>
          <a:lstStyle/>
          <a:p>
            <a:endParaRPr lang="en-US" dirty="0"/>
          </a:p>
        </p:txBody>
      </p:sp>
      <p:sp>
        <p:nvSpPr>
          <p:cNvPr id="8" name="Text Placeholder 7">
            <a:extLst>
              <a:ext uri="{FF2B5EF4-FFF2-40B4-BE49-F238E27FC236}">
                <a16:creationId xmlns:a16="http://schemas.microsoft.com/office/drawing/2014/main" id="{85EFD6F9-3401-A04B-30FD-21C8EA036661}"/>
              </a:ext>
            </a:extLst>
          </p:cNvPr>
          <p:cNvSpPr>
            <a:spLocks noGrp="1"/>
          </p:cNvSpPr>
          <p:nvPr>
            <p:ph type="body" sz="quarter" idx="12" hasCustomPrompt="1"/>
          </p:nvPr>
        </p:nvSpPr>
        <p:spPr>
          <a:xfrm>
            <a:off x="3922713" y="1516063"/>
            <a:ext cx="7786687" cy="4662487"/>
          </a:xfrm>
        </p:spPr>
        <p:txBody>
          <a:bodyPr/>
          <a:lstStyle>
            <a:lvl1pPr marL="0" indent="0">
              <a:buFont typeface="Arial" panose="020B0604020202020204" pitchFamily="34" charset="0"/>
              <a:buChar char="​"/>
              <a:defRPr/>
            </a:lvl1pPr>
            <a:lvl2pPr marL="227013" indent="0">
              <a:buFont typeface="Arial" panose="020B0604020202020204" pitchFamily="34" charset="0"/>
              <a:buChar char="​"/>
              <a:defRPr>
                <a:solidFill>
                  <a:schemeClr val="accent1"/>
                </a:solidFill>
              </a:defRPr>
            </a:lvl2pPr>
            <a:lvl3pPr marL="227013" indent="0">
              <a:buFont typeface="Arial" panose="020B0604020202020204" pitchFamily="34" charset="0"/>
              <a:buChar char="​"/>
              <a:defRPr/>
            </a:lvl3pPr>
            <a:lvl4pPr marL="227013" indent="0">
              <a:buFont typeface="Arial" panose="020B0604020202020204" pitchFamily="34" charset="0"/>
              <a:buChar char="​"/>
              <a:defRPr/>
            </a:lvl4pPr>
            <a:lvl5pPr marL="227013" indent="0">
              <a:buFont typeface="Arial" panose="020B0604020202020204" pitchFamily="34" charset="0"/>
              <a:buChar char="​"/>
              <a:defRPr/>
            </a:lvl5pPr>
          </a:lstStyle>
          <a:p>
            <a:pPr lvl="0"/>
            <a:r>
              <a:rPr lang="en-US" dirty="0"/>
              <a:t>[Insert Section Title] use “Enter” + “Tab” to add [Section text] and Shift + Tab to add additional [Section Titles]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359583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 Agenda Rule of 3">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96E2-7169-ABF7-F483-D151455C95FD}"/>
              </a:ext>
            </a:extLst>
          </p:cNvPr>
          <p:cNvSpPr>
            <a:spLocks noGrp="1"/>
          </p:cNvSpPr>
          <p:nvPr>
            <p:ph type="title" hasCustomPrompt="1"/>
          </p:nvPr>
        </p:nvSpPr>
        <p:spPr>
          <a:xfrm>
            <a:off x="483292" y="1516063"/>
            <a:ext cx="3088849" cy="2085989"/>
          </a:xfrm>
        </p:spPr>
        <p:txBody>
          <a:bodyPr/>
          <a:lstStyle>
            <a:lvl1pPr>
              <a:defRPr/>
            </a:lvl1pPr>
          </a:lstStyle>
          <a:p>
            <a:r>
              <a:rPr lang="en-US" dirty="0"/>
              <a:t>[Add “Topic” or “Agenda”</a:t>
            </a:r>
          </a:p>
        </p:txBody>
      </p:sp>
      <p:sp>
        <p:nvSpPr>
          <p:cNvPr id="3" name="Date Placeholder 2">
            <a:extLst>
              <a:ext uri="{FF2B5EF4-FFF2-40B4-BE49-F238E27FC236}">
                <a16:creationId xmlns:a16="http://schemas.microsoft.com/office/drawing/2014/main" id="{7C158160-6325-1B29-F816-40A0279BE546}"/>
              </a:ext>
            </a:extLst>
          </p:cNvPr>
          <p:cNvSpPr>
            <a:spLocks noGrp="1"/>
          </p:cNvSpPr>
          <p:nvPr>
            <p:ph type="dt" sz="half" idx="10"/>
          </p:nvPr>
        </p:nvSpPr>
        <p:spPr/>
        <p:txBody>
          <a:bodyPr/>
          <a:lstStyle/>
          <a:p>
            <a:fld id="{5BA16879-8F44-4F1D-B8EC-BA7990485DE1}" type="datetime1">
              <a:rPr lang="en-US" smtClean="0"/>
              <a:t>10/8/26</a:t>
            </a:fld>
            <a:endParaRPr lang="en-US"/>
          </a:p>
        </p:txBody>
      </p:sp>
      <p:sp>
        <p:nvSpPr>
          <p:cNvPr id="4" name="Footer Placeholder 3">
            <a:extLst>
              <a:ext uri="{FF2B5EF4-FFF2-40B4-BE49-F238E27FC236}">
                <a16:creationId xmlns:a16="http://schemas.microsoft.com/office/drawing/2014/main" id="{563384C5-875E-04B9-FBD8-E2BF420D0B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4C4366B-A351-D8CE-6E84-D05D4ACBF01E}"/>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21" name="Text Placeholder 20">
            <a:extLst>
              <a:ext uri="{FF2B5EF4-FFF2-40B4-BE49-F238E27FC236}">
                <a16:creationId xmlns:a16="http://schemas.microsoft.com/office/drawing/2014/main" id="{3AA23D2E-F131-6200-6FB2-C55A5D6778F7}"/>
              </a:ext>
            </a:extLst>
          </p:cNvPr>
          <p:cNvSpPr>
            <a:spLocks noGrp="1"/>
          </p:cNvSpPr>
          <p:nvPr>
            <p:ph type="body" sz="quarter" idx="13" hasCustomPrompt="1"/>
          </p:nvPr>
        </p:nvSpPr>
        <p:spPr>
          <a:xfrm>
            <a:off x="5155662" y="1516063"/>
            <a:ext cx="7036338" cy="1026357"/>
          </a:xfrm>
          <a:custGeom>
            <a:avLst/>
            <a:gdLst>
              <a:gd name="connsiteX0" fmla="*/ 573671 w 7036338"/>
              <a:gd name="connsiteY0" fmla="*/ 0 h 1026357"/>
              <a:gd name="connsiteX1" fmla="*/ 7036338 w 7036338"/>
              <a:gd name="connsiteY1" fmla="*/ 0 h 1026357"/>
              <a:gd name="connsiteX2" fmla="*/ 7036338 w 7036338"/>
              <a:gd name="connsiteY2" fmla="*/ 1026357 h 1026357"/>
              <a:gd name="connsiteX3" fmla="*/ 0 w 7036338"/>
              <a:gd name="connsiteY3" fmla="*/ 1026357 h 1026357"/>
              <a:gd name="connsiteX4" fmla="*/ 0 w 7036338"/>
              <a:gd name="connsiteY4" fmla="*/ 1026355 h 1026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6338" h="1026357">
                <a:moveTo>
                  <a:pt x="573671" y="0"/>
                </a:moveTo>
                <a:lnTo>
                  <a:pt x="7036338" y="0"/>
                </a:lnTo>
                <a:lnTo>
                  <a:pt x="7036338" y="1026357"/>
                </a:lnTo>
                <a:lnTo>
                  <a:pt x="0" y="1026357"/>
                </a:lnTo>
                <a:lnTo>
                  <a:pt x="0" y="1026355"/>
                </a:lnTo>
                <a:close/>
              </a:path>
            </a:pathLst>
          </a:custGeom>
          <a:gradFill>
            <a:gsLst>
              <a:gs pos="78000">
                <a:schemeClr val="accent1">
                  <a:alpha val="2000"/>
                  <a:lumMod val="100000"/>
                </a:schemeClr>
              </a:gs>
              <a:gs pos="25000">
                <a:schemeClr val="accent1">
                  <a:alpha val="2000"/>
                </a:schemeClr>
              </a:gs>
              <a:gs pos="52000">
                <a:schemeClr val="accent1">
                  <a:lumMod val="50000"/>
                  <a:alpha val="0"/>
                </a:schemeClr>
              </a:gs>
              <a:gs pos="52000">
                <a:schemeClr val="accent1">
                  <a:lumMod val="50000"/>
                  <a:alpha val="0"/>
                </a:schemeClr>
              </a:gs>
              <a:gs pos="98000">
                <a:schemeClr val="accent1">
                  <a:lumMod val="40000"/>
                  <a:lumOff val="60000"/>
                  <a:alpha val="15000"/>
                </a:schemeClr>
              </a:gs>
              <a:gs pos="0">
                <a:schemeClr val="accent1">
                  <a:lumMod val="40000"/>
                  <a:lumOff val="60000"/>
                  <a:alpha val="15000"/>
                </a:schemeClr>
              </a:gs>
            </a:gsLst>
            <a:lin ang="7200000" scaled="0"/>
          </a:gradFill>
          <a:ln>
            <a:solidFill>
              <a:schemeClr val="accent1"/>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vl3pPr>
              <a:defRPr>
                <a:latin typeface="+mn-lt"/>
              </a:defRPr>
            </a:lvl3pPr>
            <a:lvl4pPr>
              <a:defRPr>
                <a:latin typeface="+mn-lt"/>
              </a:defRPr>
            </a:lvl4pPr>
            <a:lvl5pPr>
              <a:defRPr>
                <a:latin typeface="+mn-lt"/>
              </a:defRPr>
            </a:lvl5pPr>
          </a:lstStyle>
          <a:p>
            <a:pPr lvl="0"/>
            <a:r>
              <a:rPr lang="en-US" dirty="0"/>
              <a:t>Point 1</a:t>
            </a:r>
          </a:p>
        </p:txBody>
      </p:sp>
      <p:sp>
        <p:nvSpPr>
          <p:cNvPr id="22" name="Text Placeholder 21">
            <a:extLst>
              <a:ext uri="{FF2B5EF4-FFF2-40B4-BE49-F238E27FC236}">
                <a16:creationId xmlns:a16="http://schemas.microsoft.com/office/drawing/2014/main" id="{B7FFF128-6218-4F59-C6BD-28511E9870E3}"/>
              </a:ext>
            </a:extLst>
          </p:cNvPr>
          <p:cNvSpPr>
            <a:spLocks noGrp="1"/>
          </p:cNvSpPr>
          <p:nvPr>
            <p:ph type="body" sz="quarter" idx="14" hasCustomPrompt="1"/>
          </p:nvPr>
        </p:nvSpPr>
        <p:spPr>
          <a:xfrm>
            <a:off x="4327778" y="2953926"/>
            <a:ext cx="7864222" cy="1026356"/>
          </a:xfrm>
          <a:custGeom>
            <a:avLst/>
            <a:gdLst>
              <a:gd name="connsiteX0" fmla="*/ 573672 w 7864222"/>
              <a:gd name="connsiteY0" fmla="*/ 0 h 1026356"/>
              <a:gd name="connsiteX1" fmla="*/ 7864222 w 7864222"/>
              <a:gd name="connsiteY1" fmla="*/ 0 h 1026356"/>
              <a:gd name="connsiteX2" fmla="*/ 7864222 w 7864222"/>
              <a:gd name="connsiteY2" fmla="*/ 1026356 h 1026356"/>
              <a:gd name="connsiteX3" fmla="*/ 0 w 7864222"/>
              <a:gd name="connsiteY3" fmla="*/ 1026356 h 1026356"/>
            </a:gdLst>
            <a:ahLst/>
            <a:cxnLst>
              <a:cxn ang="0">
                <a:pos x="connsiteX0" y="connsiteY0"/>
              </a:cxn>
              <a:cxn ang="0">
                <a:pos x="connsiteX1" y="connsiteY1"/>
              </a:cxn>
              <a:cxn ang="0">
                <a:pos x="connsiteX2" y="connsiteY2"/>
              </a:cxn>
              <a:cxn ang="0">
                <a:pos x="connsiteX3" y="connsiteY3"/>
              </a:cxn>
            </a:cxnLst>
            <a:rect l="l" t="t" r="r" b="b"/>
            <a:pathLst>
              <a:path w="7864222" h="1026356">
                <a:moveTo>
                  <a:pt x="573672" y="0"/>
                </a:moveTo>
                <a:lnTo>
                  <a:pt x="7864222" y="0"/>
                </a:lnTo>
                <a:lnTo>
                  <a:pt x="7864222" y="1026356"/>
                </a:lnTo>
                <a:lnTo>
                  <a:pt x="0" y="1026356"/>
                </a:lnTo>
                <a:close/>
              </a:path>
            </a:pathLst>
          </a:custGeom>
          <a:gradFill>
            <a:gsLst>
              <a:gs pos="78000">
                <a:schemeClr val="accent3">
                  <a:alpha val="2000"/>
                </a:schemeClr>
              </a:gs>
              <a:gs pos="25000">
                <a:schemeClr val="accent3">
                  <a:alpha val="2000"/>
                </a:schemeClr>
              </a:gs>
              <a:gs pos="52000">
                <a:schemeClr val="accent1">
                  <a:lumMod val="50000"/>
                  <a:alpha val="0"/>
                </a:schemeClr>
              </a:gs>
              <a:gs pos="52000">
                <a:schemeClr val="accent3">
                  <a:lumMod val="50000"/>
                  <a:alpha val="0"/>
                </a:schemeClr>
              </a:gs>
              <a:gs pos="98000">
                <a:schemeClr val="accent3">
                  <a:lumMod val="40000"/>
                  <a:lumOff val="60000"/>
                  <a:alpha val="15000"/>
                </a:schemeClr>
              </a:gs>
              <a:gs pos="0">
                <a:schemeClr val="accent3">
                  <a:lumMod val="40000"/>
                  <a:lumOff val="60000"/>
                  <a:alpha val="15000"/>
                </a:schemeClr>
              </a:gs>
            </a:gsLst>
            <a:lin ang="7200000" scaled="0"/>
          </a:gradFill>
          <a:ln>
            <a:solidFill>
              <a:schemeClr val="accent3"/>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stStyle>
          <a:p>
            <a:pPr lvl="0"/>
            <a:r>
              <a:rPr lang="en-US" dirty="0"/>
              <a:t>Point 2</a:t>
            </a:r>
          </a:p>
        </p:txBody>
      </p:sp>
      <p:sp>
        <p:nvSpPr>
          <p:cNvPr id="23" name="Text Placeholder 22">
            <a:extLst>
              <a:ext uri="{FF2B5EF4-FFF2-40B4-BE49-F238E27FC236}">
                <a16:creationId xmlns:a16="http://schemas.microsoft.com/office/drawing/2014/main" id="{681BE19B-73A3-90C9-901F-3D46C9F1AF25}"/>
              </a:ext>
            </a:extLst>
          </p:cNvPr>
          <p:cNvSpPr>
            <a:spLocks noGrp="1"/>
          </p:cNvSpPr>
          <p:nvPr>
            <p:ph type="body" sz="quarter" idx="15" hasCustomPrompt="1"/>
          </p:nvPr>
        </p:nvSpPr>
        <p:spPr>
          <a:xfrm>
            <a:off x="3521593" y="4391788"/>
            <a:ext cx="8670409" cy="1026357"/>
          </a:xfrm>
          <a:custGeom>
            <a:avLst/>
            <a:gdLst>
              <a:gd name="connsiteX0" fmla="*/ 573672 w 8670409"/>
              <a:gd name="connsiteY0" fmla="*/ 0 h 1026357"/>
              <a:gd name="connsiteX1" fmla="*/ 8670409 w 8670409"/>
              <a:gd name="connsiteY1" fmla="*/ 0 h 1026357"/>
              <a:gd name="connsiteX2" fmla="*/ 8670409 w 8670409"/>
              <a:gd name="connsiteY2" fmla="*/ 1026357 h 1026357"/>
              <a:gd name="connsiteX3" fmla="*/ 0 w 8670409"/>
              <a:gd name="connsiteY3" fmla="*/ 1026357 h 1026357"/>
            </a:gdLst>
            <a:ahLst/>
            <a:cxnLst>
              <a:cxn ang="0">
                <a:pos x="connsiteX0" y="connsiteY0"/>
              </a:cxn>
              <a:cxn ang="0">
                <a:pos x="connsiteX1" y="connsiteY1"/>
              </a:cxn>
              <a:cxn ang="0">
                <a:pos x="connsiteX2" y="connsiteY2"/>
              </a:cxn>
              <a:cxn ang="0">
                <a:pos x="connsiteX3" y="connsiteY3"/>
              </a:cxn>
            </a:cxnLst>
            <a:rect l="l" t="t" r="r" b="b"/>
            <a:pathLst>
              <a:path w="8670409" h="1026357">
                <a:moveTo>
                  <a:pt x="573672" y="0"/>
                </a:moveTo>
                <a:lnTo>
                  <a:pt x="8670409" y="0"/>
                </a:lnTo>
                <a:lnTo>
                  <a:pt x="8670409" y="1026357"/>
                </a:lnTo>
                <a:lnTo>
                  <a:pt x="0" y="1026357"/>
                </a:lnTo>
                <a:close/>
              </a:path>
            </a:pathLst>
          </a:custGeom>
          <a:gradFill>
            <a:gsLst>
              <a:gs pos="78000">
                <a:schemeClr val="accent2">
                  <a:alpha val="2000"/>
                </a:schemeClr>
              </a:gs>
              <a:gs pos="25000">
                <a:schemeClr val="accent2">
                  <a:alpha val="2000"/>
                </a:schemeClr>
              </a:gs>
              <a:gs pos="52000">
                <a:schemeClr val="accent1">
                  <a:lumMod val="50000"/>
                  <a:alpha val="0"/>
                </a:schemeClr>
              </a:gs>
              <a:gs pos="52000">
                <a:schemeClr val="accent2">
                  <a:lumMod val="50000"/>
                  <a:alpha val="0"/>
                </a:schemeClr>
              </a:gs>
              <a:gs pos="98000">
                <a:schemeClr val="accent2">
                  <a:lumMod val="40000"/>
                  <a:lumOff val="60000"/>
                  <a:alpha val="15000"/>
                </a:schemeClr>
              </a:gs>
              <a:gs pos="0">
                <a:schemeClr val="accent2">
                  <a:alpha val="15000"/>
                  <a:lumMod val="40000"/>
                  <a:lumOff val="60000"/>
                </a:schemeClr>
              </a:gs>
            </a:gsLst>
            <a:lin ang="7200000" scaled="0"/>
          </a:gradFill>
          <a:ln>
            <a:solidFill>
              <a:schemeClr val="accent2"/>
            </a:solidFill>
          </a:ln>
        </p:spPr>
        <p:txBody>
          <a:bodyPr wrap="square" lIns="914400" anchor="ctr">
            <a:noAutofit/>
          </a:bodyPr>
          <a:lstStyle>
            <a:lvl1pPr marL="0" indent="0">
              <a:lnSpc>
                <a:spcPct val="90000"/>
              </a:lnSpc>
              <a:spcAft>
                <a:spcPts val="600"/>
              </a:spcAft>
              <a:buFontTx/>
              <a:buNone/>
              <a:defRPr sz="2400" b="0" spc="100" baseline="0">
                <a:solidFill>
                  <a:schemeClr val="tx1"/>
                </a:solidFill>
                <a:latin typeface="+mn-lt"/>
              </a:defRPr>
            </a:lvl1pPr>
            <a:lvl2pPr marL="457200" indent="0">
              <a:lnSpc>
                <a:spcPct val="100000"/>
              </a:lnSpc>
              <a:spcAft>
                <a:spcPts val="600"/>
              </a:spcAft>
              <a:buFontTx/>
              <a:buNone/>
              <a:defRPr sz="2000" spc="100" baseline="0">
                <a:solidFill>
                  <a:schemeClr val="bg1"/>
                </a:solidFill>
                <a:latin typeface="+mn-lt"/>
              </a:defRPr>
            </a:lvl2pPr>
          </a:lstStyle>
          <a:p>
            <a:pPr lvl="0"/>
            <a:r>
              <a:rPr lang="en-US" dirty="0"/>
              <a:t>Point 3</a:t>
            </a:r>
          </a:p>
        </p:txBody>
      </p:sp>
    </p:spTree>
    <p:extLst>
      <p:ext uri="{BB962C8B-B14F-4D97-AF65-F5344CB8AC3E}">
        <p14:creationId xmlns:p14="http://schemas.microsoft.com/office/powerpoint/2010/main" val="469393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1+#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1+#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tmplLst>
          <p:tmpl>
            <p:tnLst>
              <p:par>
                <p:cTn presetID="2" presetClass="entr" presetSubtype="2"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animBg="1">
        <p:tmplLst>
          <p:tmpl>
            <p:tnLst>
              <p:par>
                <p:cTn presetID="2" presetClass="entr" presetSubtype="2"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tmplLst>
          <p:tmpl>
            <p:tnLst>
              <p:par>
                <p:cTn presetID="2" presetClass="entr" presetSubtype="2"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10B838-9AD3-ACBC-770B-D178859923C7}"/>
              </a:ext>
            </a:extLst>
          </p:cNvPr>
          <p:cNvPicPr>
            <a:picLocks noChangeAspect="1"/>
          </p:cNvPicPr>
          <p:nvPr userDrawn="1"/>
        </p:nvPicPr>
        <p:blipFill>
          <a:blip r:embed="rId2"/>
          <a:srcRect b="1660"/>
          <a:stretch/>
        </p:blipFill>
        <p:spPr>
          <a:xfrm>
            <a:off x="0" y="-1"/>
            <a:ext cx="12192000" cy="6858001"/>
          </a:xfrm>
          <a:prstGeom prst="rect">
            <a:avLst/>
          </a:prstGeom>
        </p:spPr>
      </p:pic>
      <p:sp>
        <p:nvSpPr>
          <p:cNvPr id="2" name="TextBox 1">
            <a:extLst>
              <a:ext uri="{FF2B5EF4-FFF2-40B4-BE49-F238E27FC236}">
                <a16:creationId xmlns:a16="http://schemas.microsoft.com/office/drawing/2014/main" id="{6A1CFA1C-2FEE-7AAB-EC6C-B7FE79E6F785}"/>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84388478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Colum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4C855A-1C78-B957-14AF-0BB531C55E6F}"/>
              </a:ext>
            </a:extLst>
          </p:cNvPr>
          <p:cNvSpPr/>
          <p:nvPr userDrawn="1"/>
        </p:nvSpPr>
        <p:spPr>
          <a:xfrm>
            <a:off x="-1" y="0"/>
            <a:ext cx="5230762" cy="685800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5" name="object 2">
            <a:extLst>
              <a:ext uri="{FF2B5EF4-FFF2-40B4-BE49-F238E27FC236}">
                <a16:creationId xmlns:a16="http://schemas.microsoft.com/office/drawing/2014/main" id="{EAAA146C-07E7-5361-D611-1DEC56D0DDC3}"/>
              </a:ext>
            </a:extLst>
          </p:cNvPr>
          <p:cNvPicPr/>
          <p:nvPr userDrawn="1"/>
        </p:nvPicPr>
        <p:blipFill>
          <a:blip r:embed="rId2" cstate="email">
            <a:alphaModFix amt="40000"/>
            <a:extLst>
              <a:ext uri="{28A0092B-C50C-407E-A947-70E740481C1C}">
                <a14:useLocalDpi xmlns:a14="http://schemas.microsoft.com/office/drawing/2010/main"/>
              </a:ext>
            </a:extLst>
          </a:blip>
          <a:srcRect/>
          <a:stretch/>
        </p:blipFill>
        <p:spPr>
          <a:xfrm rot="5400000" flipV="1">
            <a:off x="5193782" y="-140216"/>
            <a:ext cx="6858001" cy="7138435"/>
          </a:xfrm>
          <a:prstGeom prst="rect">
            <a:avLst/>
          </a:prstGeom>
        </p:spPr>
      </p:pic>
      <p:sp>
        <p:nvSpPr>
          <p:cNvPr id="4" name="Date Placeholder 3">
            <a:extLst>
              <a:ext uri="{FF2B5EF4-FFF2-40B4-BE49-F238E27FC236}">
                <a16:creationId xmlns:a16="http://schemas.microsoft.com/office/drawing/2014/main" id="{A0CCEFFA-2FDA-EB0D-D63A-AA186DDB76C4}"/>
              </a:ext>
            </a:extLst>
          </p:cNvPr>
          <p:cNvSpPr>
            <a:spLocks noGrp="1"/>
          </p:cNvSpPr>
          <p:nvPr>
            <p:ph type="dt" sz="half" idx="11"/>
          </p:nvPr>
        </p:nvSpPr>
        <p:spPr/>
        <p:txBody>
          <a:bodyPr/>
          <a:lstStyle/>
          <a:p>
            <a:fld id="{1E104E88-FBC2-4FF5-9527-0F8114BC36EA}" type="datetime1">
              <a:rPr lang="en-US" smtClean="0"/>
              <a:t>10/8/26</a:t>
            </a:fld>
            <a:endParaRPr lang="en-US"/>
          </a:p>
        </p:txBody>
      </p:sp>
      <p:sp>
        <p:nvSpPr>
          <p:cNvPr id="6" name="Footer Placeholder 5">
            <a:extLst>
              <a:ext uri="{FF2B5EF4-FFF2-40B4-BE49-F238E27FC236}">
                <a16:creationId xmlns:a16="http://schemas.microsoft.com/office/drawing/2014/main" id="{CFBF4A9C-39A1-1B98-55A2-9B6DF20A2697}"/>
              </a:ext>
            </a:extLst>
          </p:cNvPr>
          <p:cNvSpPr>
            <a:spLocks noGrp="1"/>
          </p:cNvSpPr>
          <p:nvPr>
            <p:ph type="ftr" sz="quarter" idx="12"/>
          </p:nvPr>
        </p:nvSpPr>
        <p:spPr/>
        <p:txBody>
          <a:bodyPr/>
          <a:lstStyle/>
          <a:p>
            <a:endParaRPr lang="en-US" dirty="0"/>
          </a:p>
        </p:txBody>
      </p:sp>
      <p:sp>
        <p:nvSpPr>
          <p:cNvPr id="8" name="Slide Number Placeholder 7">
            <a:extLst>
              <a:ext uri="{FF2B5EF4-FFF2-40B4-BE49-F238E27FC236}">
                <a16:creationId xmlns:a16="http://schemas.microsoft.com/office/drawing/2014/main" id="{D4DF4A91-8807-4DDE-6B2C-57576C49F7A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11" name="Text Placeholder 6">
            <a:extLst>
              <a:ext uri="{FF2B5EF4-FFF2-40B4-BE49-F238E27FC236}">
                <a16:creationId xmlns:a16="http://schemas.microsoft.com/office/drawing/2014/main" id="{8767DB72-6C18-5743-E515-D519277B2F1B}"/>
              </a:ext>
            </a:extLst>
          </p:cNvPr>
          <p:cNvSpPr>
            <a:spLocks noGrp="1"/>
          </p:cNvSpPr>
          <p:nvPr>
            <p:ph type="body" sz="quarter" idx="10" hasCustomPrompt="1"/>
          </p:nvPr>
        </p:nvSpPr>
        <p:spPr>
          <a:xfrm>
            <a:off x="476250" y="2070100"/>
            <a:ext cx="4228210" cy="4106112"/>
          </a:xfrm>
        </p:spPr>
        <p:txBody>
          <a:bodyPr anchor="t"/>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5">
            <a:extLst>
              <a:ext uri="{FF2B5EF4-FFF2-40B4-BE49-F238E27FC236}">
                <a16:creationId xmlns:a16="http://schemas.microsoft.com/office/drawing/2014/main" id="{2D107FA7-14F0-A1BA-8480-FB6459C0C13E}"/>
              </a:ext>
            </a:extLst>
          </p:cNvPr>
          <p:cNvSpPr>
            <a:spLocks noGrp="1"/>
          </p:cNvSpPr>
          <p:nvPr>
            <p:ph type="title" hasCustomPrompt="1"/>
          </p:nvPr>
        </p:nvSpPr>
        <p:spPr>
          <a:xfrm>
            <a:off x="476655" y="365126"/>
            <a:ext cx="4227805" cy="1594908"/>
          </a:xfrm>
        </p:spPr>
        <p:txBody>
          <a:bodyPr anchor="b"/>
          <a:lstStyle/>
          <a:p>
            <a:r>
              <a:rPr lang="en-US" dirty="0"/>
              <a:t>[Add headline]</a:t>
            </a:r>
          </a:p>
        </p:txBody>
      </p:sp>
    </p:spTree>
    <p:extLst>
      <p:ext uri="{BB962C8B-B14F-4D97-AF65-F5344CB8AC3E}">
        <p14:creationId xmlns:p14="http://schemas.microsoft.com/office/powerpoint/2010/main" val="5186623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Boxe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4C855A-1C78-B957-14AF-0BB531C55E6F}"/>
              </a:ext>
            </a:extLst>
          </p:cNvPr>
          <p:cNvSpPr/>
          <p:nvPr userDrawn="1"/>
        </p:nvSpPr>
        <p:spPr>
          <a:xfrm>
            <a:off x="-2270" y="0"/>
            <a:ext cx="5230762" cy="685800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5" name="object 2">
            <a:extLst>
              <a:ext uri="{FF2B5EF4-FFF2-40B4-BE49-F238E27FC236}">
                <a16:creationId xmlns:a16="http://schemas.microsoft.com/office/drawing/2014/main" id="{EAAA146C-07E7-5361-D611-1DEC56D0DDC3}"/>
              </a:ext>
            </a:extLst>
          </p:cNvPr>
          <p:cNvPicPr/>
          <p:nvPr userDrawn="1"/>
        </p:nvPicPr>
        <p:blipFill>
          <a:blip r:embed="rId2" cstate="email">
            <a:alphaModFix amt="40000"/>
            <a:extLst>
              <a:ext uri="{28A0092B-C50C-407E-A947-70E740481C1C}">
                <a14:useLocalDpi xmlns:a14="http://schemas.microsoft.com/office/drawing/2010/main"/>
              </a:ext>
            </a:extLst>
          </a:blip>
          <a:srcRect/>
          <a:stretch/>
        </p:blipFill>
        <p:spPr>
          <a:xfrm rot="5400000" flipV="1">
            <a:off x="5193782" y="-140216"/>
            <a:ext cx="6858001" cy="7138435"/>
          </a:xfrm>
          <a:prstGeom prst="rect">
            <a:avLst/>
          </a:prstGeom>
        </p:spPr>
      </p:pic>
      <p:sp>
        <p:nvSpPr>
          <p:cNvPr id="7" name="Text Placeholder 6">
            <a:extLst>
              <a:ext uri="{FF2B5EF4-FFF2-40B4-BE49-F238E27FC236}">
                <a16:creationId xmlns:a16="http://schemas.microsoft.com/office/drawing/2014/main" id="{5A4106CA-AE4C-040A-4A7C-A48C110268CC}"/>
              </a:ext>
            </a:extLst>
          </p:cNvPr>
          <p:cNvSpPr>
            <a:spLocks noGrp="1"/>
          </p:cNvSpPr>
          <p:nvPr>
            <p:ph type="body" sz="quarter" idx="10" hasCustomPrompt="1"/>
          </p:nvPr>
        </p:nvSpPr>
        <p:spPr>
          <a:xfrm>
            <a:off x="476250" y="2070100"/>
            <a:ext cx="4228210" cy="4106112"/>
          </a:xfrm>
        </p:spPr>
        <p:txBody>
          <a:bodyPr anchor="t"/>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16927CA-F8FC-6ADA-C778-5D7A63BA28EC}"/>
              </a:ext>
            </a:extLst>
          </p:cNvPr>
          <p:cNvSpPr/>
          <p:nvPr userDrawn="1"/>
        </p:nvSpPr>
        <p:spPr>
          <a:xfrm>
            <a:off x="5228492" y="0"/>
            <a:ext cx="3481754" cy="3429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2"/>
              </a:solidFill>
              <a:latin typeface="+mn-lt"/>
            </a:endParaRPr>
          </a:p>
        </p:txBody>
      </p:sp>
      <p:sp>
        <p:nvSpPr>
          <p:cNvPr id="4" name="Rectangle 3">
            <a:extLst>
              <a:ext uri="{FF2B5EF4-FFF2-40B4-BE49-F238E27FC236}">
                <a16:creationId xmlns:a16="http://schemas.microsoft.com/office/drawing/2014/main" id="{2C52A922-970E-4334-9098-3449F52F93D7}"/>
              </a:ext>
            </a:extLst>
          </p:cNvPr>
          <p:cNvSpPr/>
          <p:nvPr userDrawn="1"/>
        </p:nvSpPr>
        <p:spPr>
          <a:xfrm>
            <a:off x="8722603" y="3434862"/>
            <a:ext cx="3469397" cy="3429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latin typeface="+mn-lt"/>
            </a:endParaRPr>
          </a:p>
        </p:txBody>
      </p:sp>
      <p:sp>
        <p:nvSpPr>
          <p:cNvPr id="6" name="Title 5">
            <a:extLst>
              <a:ext uri="{FF2B5EF4-FFF2-40B4-BE49-F238E27FC236}">
                <a16:creationId xmlns:a16="http://schemas.microsoft.com/office/drawing/2014/main" id="{AA506701-8C8C-6375-5A09-2BAFA4AADD36}"/>
              </a:ext>
            </a:extLst>
          </p:cNvPr>
          <p:cNvSpPr>
            <a:spLocks noGrp="1"/>
          </p:cNvSpPr>
          <p:nvPr>
            <p:ph type="title" hasCustomPrompt="1"/>
          </p:nvPr>
        </p:nvSpPr>
        <p:spPr>
          <a:xfrm>
            <a:off x="476655" y="365126"/>
            <a:ext cx="4227805" cy="1594908"/>
          </a:xfrm>
        </p:spPr>
        <p:txBody>
          <a:bodyPr anchor="b"/>
          <a:lstStyle/>
          <a:p>
            <a:r>
              <a:rPr lang="en-US" dirty="0"/>
              <a:t>[Add headline]</a:t>
            </a:r>
          </a:p>
        </p:txBody>
      </p:sp>
      <p:sp>
        <p:nvSpPr>
          <p:cNvPr id="9" name="Text Placeholder 8">
            <a:extLst>
              <a:ext uri="{FF2B5EF4-FFF2-40B4-BE49-F238E27FC236}">
                <a16:creationId xmlns:a16="http://schemas.microsoft.com/office/drawing/2014/main" id="{25732BDA-EEA5-23EB-1F28-1B76BBE1D5EF}"/>
              </a:ext>
            </a:extLst>
          </p:cNvPr>
          <p:cNvSpPr>
            <a:spLocks noGrp="1"/>
          </p:cNvSpPr>
          <p:nvPr>
            <p:ph type="body" sz="quarter" idx="11" hasCustomPrompt="1"/>
          </p:nvPr>
        </p:nvSpPr>
        <p:spPr>
          <a:xfrm>
            <a:off x="5575634" y="365124"/>
            <a:ext cx="2787470" cy="1412875"/>
          </a:xfrm>
        </p:spPr>
        <p:txBody>
          <a:bodyPr anchor="b"/>
          <a:lstStyle>
            <a:lvl1pPr marL="0" indent="0" algn="ctr">
              <a:buNone/>
              <a:defRPr sz="5400" b="1">
                <a:solidFill>
                  <a:schemeClr val="accent3"/>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2" name="Text Placeholder 8">
            <a:extLst>
              <a:ext uri="{FF2B5EF4-FFF2-40B4-BE49-F238E27FC236}">
                <a16:creationId xmlns:a16="http://schemas.microsoft.com/office/drawing/2014/main" id="{FA3FB8BE-3A17-A306-56D6-8F56662890C0}"/>
              </a:ext>
            </a:extLst>
          </p:cNvPr>
          <p:cNvSpPr>
            <a:spLocks noGrp="1"/>
          </p:cNvSpPr>
          <p:nvPr>
            <p:ph type="body" sz="quarter" idx="12" hasCustomPrompt="1"/>
          </p:nvPr>
        </p:nvSpPr>
        <p:spPr>
          <a:xfrm>
            <a:off x="9063567" y="3861064"/>
            <a:ext cx="2787470" cy="1412875"/>
          </a:xfrm>
        </p:spPr>
        <p:txBody>
          <a:bodyPr anchor="b"/>
          <a:lstStyle>
            <a:lvl1pPr marL="0" indent="0" algn="ctr">
              <a:buNone/>
              <a:defRPr sz="5400" b="1">
                <a:solidFill>
                  <a:schemeClr val="accent3"/>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4" name="Text Placeholder 13">
            <a:extLst>
              <a:ext uri="{FF2B5EF4-FFF2-40B4-BE49-F238E27FC236}">
                <a16:creationId xmlns:a16="http://schemas.microsoft.com/office/drawing/2014/main" id="{9EC14A42-6BEE-3956-BB19-6766204F0F8E}"/>
              </a:ext>
            </a:extLst>
          </p:cNvPr>
          <p:cNvSpPr>
            <a:spLocks noGrp="1"/>
          </p:cNvSpPr>
          <p:nvPr>
            <p:ph type="body" sz="quarter" idx="13"/>
          </p:nvPr>
        </p:nvSpPr>
        <p:spPr>
          <a:xfrm>
            <a:off x="5575634" y="1811338"/>
            <a:ext cx="2788920" cy="896141"/>
          </a:xfrm>
        </p:spPr>
        <p:txBody>
          <a:bodyPr/>
          <a:lstStyle>
            <a:lvl1pPr marL="0" indent="0" algn="ctr">
              <a:buNone/>
              <a:tabLst/>
              <a:defRPr sz="1600">
                <a:solidFill>
                  <a:schemeClr val="bg2"/>
                </a:solidFill>
              </a:defRPr>
            </a:lvl1pPr>
            <a:lvl2pPr marL="0" indent="0" algn="ctr">
              <a:buNone/>
              <a:tabLst/>
              <a:defRPr sz="1400">
                <a:solidFill>
                  <a:schemeClr val="bg2"/>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a:t>Click to edit Master text styles</a:t>
            </a:r>
          </a:p>
          <a:p>
            <a:pPr lvl="1"/>
            <a:r>
              <a:rPr lang="en-US"/>
              <a:t>Second level</a:t>
            </a:r>
          </a:p>
        </p:txBody>
      </p:sp>
      <p:sp>
        <p:nvSpPr>
          <p:cNvPr id="15" name="Text Placeholder 13">
            <a:extLst>
              <a:ext uri="{FF2B5EF4-FFF2-40B4-BE49-F238E27FC236}">
                <a16:creationId xmlns:a16="http://schemas.microsoft.com/office/drawing/2014/main" id="{EC81DBDE-19CA-58B2-D404-73D709542D5F}"/>
              </a:ext>
            </a:extLst>
          </p:cNvPr>
          <p:cNvSpPr>
            <a:spLocks noGrp="1"/>
          </p:cNvSpPr>
          <p:nvPr>
            <p:ph type="body" sz="quarter" idx="14"/>
          </p:nvPr>
        </p:nvSpPr>
        <p:spPr>
          <a:xfrm>
            <a:off x="9063567" y="5314159"/>
            <a:ext cx="2788920" cy="896141"/>
          </a:xfrm>
        </p:spPr>
        <p:txBody>
          <a:bodyPr/>
          <a:lstStyle>
            <a:lvl1pPr marL="0" indent="0" algn="ctr">
              <a:buNone/>
              <a:tabLst/>
              <a:defRPr sz="1600">
                <a:solidFill>
                  <a:schemeClr val="bg2"/>
                </a:solidFill>
              </a:defRPr>
            </a:lvl1pPr>
            <a:lvl2pPr marL="0" indent="0" algn="ctr">
              <a:buNone/>
              <a:tabLst/>
              <a:defRPr sz="1400">
                <a:solidFill>
                  <a:schemeClr val="bg2"/>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a:t>Click to edit Master text styles</a:t>
            </a:r>
          </a:p>
          <a:p>
            <a:pPr lvl="1"/>
            <a:r>
              <a:rPr lang="en-US"/>
              <a:t>Second level</a:t>
            </a:r>
          </a:p>
        </p:txBody>
      </p:sp>
      <p:pic>
        <p:nvPicPr>
          <p:cNvPr id="16" name="Graphic 15">
            <a:extLst>
              <a:ext uri="{FF2B5EF4-FFF2-40B4-BE49-F238E27FC236}">
                <a16:creationId xmlns:a16="http://schemas.microsoft.com/office/drawing/2014/main" id="{B1C1F34E-1624-E43B-DE48-D69E5B9D74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17" name="Date Placeholder 16">
            <a:extLst>
              <a:ext uri="{FF2B5EF4-FFF2-40B4-BE49-F238E27FC236}">
                <a16:creationId xmlns:a16="http://schemas.microsoft.com/office/drawing/2014/main" id="{BD4706CC-E16E-2B52-8AF0-D567367E402B}"/>
              </a:ext>
            </a:extLst>
          </p:cNvPr>
          <p:cNvSpPr>
            <a:spLocks noGrp="1"/>
          </p:cNvSpPr>
          <p:nvPr>
            <p:ph type="dt" sz="half" idx="15"/>
          </p:nvPr>
        </p:nvSpPr>
        <p:spPr/>
        <p:txBody>
          <a:bodyPr/>
          <a:lstStyle/>
          <a:p>
            <a:fld id="{01875158-9AA4-4B38-83B3-B0EA503225DD}" type="datetime1">
              <a:rPr lang="en-US" smtClean="0"/>
              <a:t>10/8/26</a:t>
            </a:fld>
            <a:endParaRPr lang="en-US"/>
          </a:p>
        </p:txBody>
      </p:sp>
      <p:sp>
        <p:nvSpPr>
          <p:cNvPr id="18" name="Footer Placeholder 17">
            <a:extLst>
              <a:ext uri="{FF2B5EF4-FFF2-40B4-BE49-F238E27FC236}">
                <a16:creationId xmlns:a16="http://schemas.microsoft.com/office/drawing/2014/main" id="{5807C7BE-35F6-A468-E0F6-361F76B07FE9}"/>
              </a:ext>
            </a:extLst>
          </p:cNvPr>
          <p:cNvSpPr>
            <a:spLocks noGrp="1"/>
          </p:cNvSpPr>
          <p:nvPr>
            <p:ph type="ftr" sz="quarter" idx="16"/>
          </p:nvPr>
        </p:nvSpPr>
        <p:spPr/>
        <p:txBody>
          <a:bodyPr/>
          <a:lstStyle/>
          <a:p>
            <a:endParaRPr lang="en-US" dirty="0"/>
          </a:p>
        </p:txBody>
      </p:sp>
      <p:sp>
        <p:nvSpPr>
          <p:cNvPr id="19" name="Slide Number Placeholder 18">
            <a:extLst>
              <a:ext uri="{FF2B5EF4-FFF2-40B4-BE49-F238E27FC236}">
                <a16:creationId xmlns:a16="http://schemas.microsoft.com/office/drawing/2014/main" id="{0B8C72AB-9B03-61B5-900B-A7D86F68EAD4}"/>
              </a:ext>
            </a:extLst>
          </p:cNvPr>
          <p:cNvSpPr>
            <a:spLocks noGrp="1"/>
          </p:cNvSpPr>
          <p:nvPr>
            <p:ph type="sldNum" sz="quarter" idx="17"/>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71285395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nodePh="1">
                                  <p:stCondLst>
                                    <p:cond delay="0"/>
                                  </p:stCondLst>
                                  <p:endCondLst>
                                    <p:cond evt="begin" delay="0">
                                      <p:tn val="14"/>
                                    </p:cond>
                                  </p:endCondLst>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p:cTn id="16"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3">
                                            <p:txEl>
                                              <p:pRg st="0" end="0"/>
                                            </p:txEl>
                                          </p:spTgt>
                                        </p:tgtEl>
                                      </p:cBhvr>
                                    </p:animEffect>
                                  </p:childTnLst>
                                </p:cTn>
                              </p:par>
                              <p:par>
                                <p:cTn id="19" presetID="53" presetClass="entr" presetSubtype="16" fill="hold" nodeType="withEffect" nodePh="1">
                                  <p:stCondLst>
                                    <p:cond delay="0"/>
                                  </p:stCondLst>
                                  <p:endCondLst>
                                    <p:cond evt="begin" delay="0">
                                      <p:tn val="19"/>
                                    </p:cond>
                                  </p:end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p:cTn id="21"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Divider">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F1F6778-DB2B-4F76-AE64-5C8D7524359A}"/>
              </a:ext>
            </a:extLst>
          </p:cNvPr>
          <p:cNvSpPr>
            <a:spLocks noGrp="1"/>
          </p:cNvSpPr>
          <p:nvPr>
            <p:ph type="dt" sz="half" idx="10"/>
          </p:nvPr>
        </p:nvSpPr>
        <p:spPr/>
        <p:txBody>
          <a:bodyPr/>
          <a:lstStyle/>
          <a:p>
            <a:fld id="{2F33ABFA-5A1F-43D5-A039-E2E4C173324A}" type="datetime1">
              <a:rPr lang="en-US" smtClean="0"/>
              <a:t>10/8/26</a:t>
            </a:fld>
            <a:endParaRPr lang="en-US"/>
          </a:p>
        </p:txBody>
      </p:sp>
      <p:sp>
        <p:nvSpPr>
          <p:cNvPr id="4" name="Footer Placeholder 3">
            <a:extLst>
              <a:ext uri="{FF2B5EF4-FFF2-40B4-BE49-F238E27FC236}">
                <a16:creationId xmlns:a16="http://schemas.microsoft.com/office/drawing/2014/main" id="{C7A910E5-354E-5D90-36FB-497F421913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D58445A-B4F6-F205-3B4C-1DC3FF5C9B29}"/>
              </a:ext>
            </a:extLst>
          </p:cNvPr>
          <p:cNvSpPr>
            <a:spLocks noGrp="1"/>
          </p:cNvSpPr>
          <p:nvPr>
            <p:ph type="sldNum" sz="quarter" idx="12"/>
          </p:nvPr>
        </p:nvSpPr>
        <p:spPr/>
        <p:txBody>
          <a:bodyPr/>
          <a:lstStyle/>
          <a:p>
            <a:fld id="{16C30856-2FD0-40BB-988B-8BB8612257E2}" type="slidenum">
              <a:rPr lang="en-US" smtClean="0"/>
              <a:pPr/>
              <a:t>‹#›</a:t>
            </a:fld>
            <a:endParaRPr lang="en-US"/>
          </a:p>
        </p:txBody>
      </p:sp>
      <p:grpSp>
        <p:nvGrpSpPr>
          <p:cNvPr id="15" name="Group 14">
            <a:extLst>
              <a:ext uri="{FF2B5EF4-FFF2-40B4-BE49-F238E27FC236}">
                <a16:creationId xmlns:a16="http://schemas.microsoft.com/office/drawing/2014/main" id="{3FCD4BEE-C309-9E90-E2C2-5E8AF80D37D6}"/>
              </a:ext>
            </a:extLst>
          </p:cNvPr>
          <p:cNvGrpSpPr/>
          <p:nvPr userDrawn="1"/>
        </p:nvGrpSpPr>
        <p:grpSpPr>
          <a:xfrm>
            <a:off x="0" y="3531894"/>
            <a:ext cx="12192000" cy="155275"/>
            <a:chOff x="0" y="3358702"/>
            <a:chExt cx="12192000" cy="155275"/>
          </a:xfrm>
        </p:grpSpPr>
        <p:sp>
          <p:nvSpPr>
            <p:cNvPr id="6" name="Parallelogram 5">
              <a:extLst>
                <a:ext uri="{FF2B5EF4-FFF2-40B4-BE49-F238E27FC236}">
                  <a16:creationId xmlns:a16="http://schemas.microsoft.com/office/drawing/2014/main" id="{7F5E2EA2-B89A-1DCC-1138-F6FC67D2C6EF}"/>
                </a:ext>
              </a:extLst>
            </p:cNvPr>
            <p:cNvSpPr/>
            <p:nvPr userDrawn="1"/>
          </p:nvSpPr>
          <p:spPr>
            <a:xfrm>
              <a:off x="1742535" y="3358702"/>
              <a:ext cx="8551653" cy="155275"/>
            </a:xfrm>
            <a:prstGeom prst="parallelogram">
              <a:avLst>
                <a:gd name="adj" fmla="val 16203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7" name="Freeform: Shape 6">
              <a:extLst>
                <a:ext uri="{FF2B5EF4-FFF2-40B4-BE49-F238E27FC236}">
                  <a16:creationId xmlns:a16="http://schemas.microsoft.com/office/drawing/2014/main" id="{76671E10-3B55-8A30-932D-6403C5FD7016}"/>
                </a:ext>
              </a:extLst>
            </p:cNvPr>
            <p:cNvSpPr/>
            <p:nvPr userDrawn="1"/>
          </p:nvSpPr>
          <p:spPr>
            <a:xfrm>
              <a:off x="10242429" y="3358702"/>
              <a:ext cx="1949571" cy="155275"/>
            </a:xfrm>
            <a:custGeom>
              <a:avLst/>
              <a:gdLst>
                <a:gd name="connsiteX0" fmla="*/ 251605 w 1949571"/>
                <a:gd name="connsiteY0" fmla="*/ 0 h 155275"/>
                <a:gd name="connsiteX1" fmla="*/ 1949571 w 1949571"/>
                <a:gd name="connsiteY1" fmla="*/ 0 h 155275"/>
                <a:gd name="connsiteX2" fmla="*/ 1949571 w 1949571"/>
                <a:gd name="connsiteY2" fmla="*/ 155275 h 155275"/>
                <a:gd name="connsiteX3" fmla="*/ 0 w 1949571"/>
                <a:gd name="connsiteY3" fmla="*/ 155275 h 155275"/>
              </a:gdLst>
              <a:ahLst/>
              <a:cxnLst>
                <a:cxn ang="0">
                  <a:pos x="connsiteX0" y="connsiteY0"/>
                </a:cxn>
                <a:cxn ang="0">
                  <a:pos x="connsiteX1" y="connsiteY1"/>
                </a:cxn>
                <a:cxn ang="0">
                  <a:pos x="connsiteX2" y="connsiteY2"/>
                </a:cxn>
                <a:cxn ang="0">
                  <a:pos x="connsiteX3" y="connsiteY3"/>
                </a:cxn>
              </a:cxnLst>
              <a:rect l="l" t="t" r="r" b="b"/>
              <a:pathLst>
                <a:path w="1949571" h="155275">
                  <a:moveTo>
                    <a:pt x="251605" y="0"/>
                  </a:moveTo>
                  <a:lnTo>
                    <a:pt x="1949571" y="0"/>
                  </a:lnTo>
                  <a:lnTo>
                    <a:pt x="1949571" y="155275"/>
                  </a:lnTo>
                  <a:lnTo>
                    <a:pt x="0" y="1552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8" name="Freeform: Shape 7">
              <a:extLst>
                <a:ext uri="{FF2B5EF4-FFF2-40B4-BE49-F238E27FC236}">
                  <a16:creationId xmlns:a16="http://schemas.microsoft.com/office/drawing/2014/main" id="{7C040BD0-79D6-B120-9695-DD90A2BD0946}"/>
                </a:ext>
              </a:extLst>
            </p:cNvPr>
            <p:cNvSpPr/>
            <p:nvPr userDrawn="1"/>
          </p:nvSpPr>
          <p:spPr>
            <a:xfrm>
              <a:off x="0" y="3358702"/>
              <a:ext cx="1794294" cy="155275"/>
            </a:xfrm>
            <a:custGeom>
              <a:avLst/>
              <a:gdLst>
                <a:gd name="connsiteX0" fmla="*/ 0 w 1794294"/>
                <a:gd name="connsiteY0" fmla="*/ 0 h 155275"/>
                <a:gd name="connsiteX1" fmla="*/ 1794294 w 1794294"/>
                <a:gd name="connsiteY1" fmla="*/ 0 h 155275"/>
                <a:gd name="connsiteX2" fmla="*/ 1542689 w 1794294"/>
                <a:gd name="connsiteY2" fmla="*/ 155275 h 155275"/>
                <a:gd name="connsiteX3" fmla="*/ 0 w 1794294"/>
                <a:gd name="connsiteY3" fmla="*/ 155275 h 155275"/>
              </a:gdLst>
              <a:ahLst/>
              <a:cxnLst>
                <a:cxn ang="0">
                  <a:pos x="connsiteX0" y="connsiteY0"/>
                </a:cxn>
                <a:cxn ang="0">
                  <a:pos x="connsiteX1" y="connsiteY1"/>
                </a:cxn>
                <a:cxn ang="0">
                  <a:pos x="connsiteX2" y="connsiteY2"/>
                </a:cxn>
                <a:cxn ang="0">
                  <a:pos x="connsiteX3" y="connsiteY3"/>
                </a:cxn>
              </a:cxnLst>
              <a:rect l="l" t="t" r="r" b="b"/>
              <a:pathLst>
                <a:path w="1794294" h="155275">
                  <a:moveTo>
                    <a:pt x="0" y="0"/>
                  </a:moveTo>
                  <a:lnTo>
                    <a:pt x="1794294" y="0"/>
                  </a:lnTo>
                  <a:lnTo>
                    <a:pt x="1542689" y="155275"/>
                  </a:lnTo>
                  <a:lnTo>
                    <a:pt x="0" y="15527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grpSp>
      <p:sp>
        <p:nvSpPr>
          <p:cNvPr id="9" name="Text Placeholder 8">
            <a:extLst>
              <a:ext uri="{FF2B5EF4-FFF2-40B4-BE49-F238E27FC236}">
                <a16:creationId xmlns:a16="http://schemas.microsoft.com/office/drawing/2014/main" id="{A49DEC55-7530-CC8B-C81A-424CE013CE60}"/>
              </a:ext>
            </a:extLst>
          </p:cNvPr>
          <p:cNvSpPr>
            <a:spLocks noGrp="1"/>
          </p:cNvSpPr>
          <p:nvPr>
            <p:ph type="body" sz="quarter" idx="13" hasCustomPrompt="1"/>
          </p:nvPr>
        </p:nvSpPr>
        <p:spPr>
          <a:xfrm>
            <a:off x="476655"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0" name="Text Placeholder 8">
            <a:extLst>
              <a:ext uri="{FF2B5EF4-FFF2-40B4-BE49-F238E27FC236}">
                <a16:creationId xmlns:a16="http://schemas.microsoft.com/office/drawing/2014/main" id="{00566E1A-3A04-0EFD-2776-5495A49B667D}"/>
              </a:ext>
            </a:extLst>
          </p:cNvPr>
          <p:cNvSpPr>
            <a:spLocks noGrp="1"/>
          </p:cNvSpPr>
          <p:nvPr>
            <p:ph type="body" sz="quarter" idx="14" hasCustomPrompt="1"/>
          </p:nvPr>
        </p:nvSpPr>
        <p:spPr>
          <a:xfrm>
            <a:off x="4469403"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1" name="Text Placeholder 13">
            <a:extLst>
              <a:ext uri="{FF2B5EF4-FFF2-40B4-BE49-F238E27FC236}">
                <a16:creationId xmlns:a16="http://schemas.microsoft.com/office/drawing/2014/main" id="{CA06219F-3F8C-61A5-066E-284B76F9C27E}"/>
              </a:ext>
            </a:extLst>
          </p:cNvPr>
          <p:cNvSpPr>
            <a:spLocks noGrp="1"/>
          </p:cNvSpPr>
          <p:nvPr>
            <p:ph type="body" sz="quarter" idx="15" hasCustomPrompt="1"/>
          </p:nvPr>
        </p:nvSpPr>
        <p:spPr>
          <a:xfrm>
            <a:off x="476337" y="2522946"/>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2" name="Text Placeholder 13">
            <a:extLst>
              <a:ext uri="{FF2B5EF4-FFF2-40B4-BE49-F238E27FC236}">
                <a16:creationId xmlns:a16="http://schemas.microsoft.com/office/drawing/2014/main" id="{04C65920-5C0A-D44C-B74D-40724006A543}"/>
              </a:ext>
            </a:extLst>
          </p:cNvPr>
          <p:cNvSpPr>
            <a:spLocks noGrp="1"/>
          </p:cNvSpPr>
          <p:nvPr>
            <p:ph type="body" sz="quarter" idx="16" hasCustomPrompt="1"/>
          </p:nvPr>
        </p:nvSpPr>
        <p:spPr>
          <a:xfrm>
            <a:off x="4469085" y="2487808"/>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3" name="Text Placeholder 8">
            <a:extLst>
              <a:ext uri="{FF2B5EF4-FFF2-40B4-BE49-F238E27FC236}">
                <a16:creationId xmlns:a16="http://schemas.microsoft.com/office/drawing/2014/main" id="{4ECAF716-9186-7013-95EB-FC43B4513647}"/>
              </a:ext>
            </a:extLst>
          </p:cNvPr>
          <p:cNvSpPr>
            <a:spLocks noGrp="1"/>
          </p:cNvSpPr>
          <p:nvPr>
            <p:ph type="body" sz="quarter" idx="17" hasCustomPrompt="1"/>
          </p:nvPr>
        </p:nvSpPr>
        <p:spPr>
          <a:xfrm>
            <a:off x="8463839" y="1532536"/>
            <a:ext cx="3248954" cy="856150"/>
          </a:xfrm>
        </p:spPr>
        <p:txBody>
          <a:bodyPr anchor="b"/>
          <a:lstStyle>
            <a:lvl1pPr marL="0" indent="0" algn="ctr">
              <a:buNone/>
              <a:defRPr sz="5400" b="1">
                <a:solidFill>
                  <a:schemeClr val="tx2"/>
                </a:solidFill>
              </a:defRPr>
            </a:lvl1pPr>
            <a:lvl2pPr marL="0" indent="0">
              <a:buNone/>
              <a:defRPr>
                <a:solidFill>
                  <a:schemeClr val="accent3"/>
                </a:solidFill>
              </a:defRPr>
            </a:lvl2pPr>
            <a:lvl3pPr marL="0" indent="0">
              <a:buNone/>
              <a:defRPr>
                <a:solidFill>
                  <a:schemeClr val="accent3"/>
                </a:solidFill>
              </a:defRPr>
            </a:lvl3pPr>
            <a:lvl4pPr marL="0" indent="0">
              <a:buNone/>
              <a:defRPr>
                <a:solidFill>
                  <a:schemeClr val="accent3"/>
                </a:solidFill>
              </a:defRPr>
            </a:lvl4pPr>
            <a:lvl5pPr marL="0" indent="0">
              <a:buNone/>
              <a:defRPr>
                <a:solidFill>
                  <a:schemeClr val="accent3"/>
                </a:solidFill>
              </a:defRPr>
            </a:lvl5pPr>
          </a:lstStyle>
          <a:p>
            <a:pPr lvl="0"/>
            <a:r>
              <a:rPr lang="en-US" dirty="0"/>
              <a:t>##</a:t>
            </a:r>
          </a:p>
        </p:txBody>
      </p:sp>
      <p:sp>
        <p:nvSpPr>
          <p:cNvPr id="14" name="Text Placeholder 13">
            <a:extLst>
              <a:ext uri="{FF2B5EF4-FFF2-40B4-BE49-F238E27FC236}">
                <a16:creationId xmlns:a16="http://schemas.microsoft.com/office/drawing/2014/main" id="{9C391D61-14BB-4E1B-BB35-85FD41AF3212}"/>
              </a:ext>
            </a:extLst>
          </p:cNvPr>
          <p:cNvSpPr>
            <a:spLocks noGrp="1"/>
          </p:cNvSpPr>
          <p:nvPr>
            <p:ph type="body" sz="quarter" idx="18" hasCustomPrompt="1"/>
          </p:nvPr>
        </p:nvSpPr>
        <p:spPr>
          <a:xfrm>
            <a:off x="8463521" y="2487808"/>
            <a:ext cx="3250642"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text]</a:t>
            </a:r>
          </a:p>
          <a:p>
            <a:pPr lvl="1"/>
            <a:endParaRPr lang="en-US" dirty="0"/>
          </a:p>
        </p:txBody>
      </p:sp>
      <p:sp>
        <p:nvSpPr>
          <p:cNvPr id="16" name="Text Placeholder 15">
            <a:extLst>
              <a:ext uri="{FF2B5EF4-FFF2-40B4-BE49-F238E27FC236}">
                <a16:creationId xmlns:a16="http://schemas.microsoft.com/office/drawing/2014/main" id="{E9C13C83-BC17-2A63-85DB-FD0711A29291}"/>
              </a:ext>
            </a:extLst>
          </p:cNvPr>
          <p:cNvSpPr>
            <a:spLocks noGrp="1"/>
          </p:cNvSpPr>
          <p:nvPr>
            <p:ph type="body" sz="quarter" idx="19" hasCustomPrompt="1"/>
          </p:nvPr>
        </p:nvSpPr>
        <p:spPr>
          <a:xfrm>
            <a:off x="476250" y="4043939"/>
            <a:ext cx="11237913" cy="2100522"/>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3EF3403-622E-E360-CCFD-D3347F2CA35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33552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Green">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5" name="Text Placeholder 4">
            <a:extLst>
              <a:ext uri="{FF2B5EF4-FFF2-40B4-BE49-F238E27FC236}">
                <a16:creationId xmlns:a16="http://schemas.microsoft.com/office/drawing/2014/main" id="{010D7F6C-4E8C-426D-3E0F-314F23F01287}"/>
              </a:ext>
            </a:extLst>
          </p:cNvPr>
          <p:cNvSpPr>
            <a:spLocks noGrp="1"/>
          </p:cNvSpPr>
          <p:nvPr>
            <p:ph type="body" sz="quarter" idx="10" hasCustomPrompt="1"/>
          </p:nvPr>
        </p:nvSpPr>
        <p:spPr>
          <a:xfrm>
            <a:off x="5670135" y="555171"/>
            <a:ext cx="6053553" cy="5623379"/>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7CD2D641-DFB5-4EFA-B7E4-A411AE32F1D8}" type="datetime1">
              <a:rPr lang="en-US" smtClean="0"/>
              <a:t>10/8/26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204643412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Blue">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EF4212EC-B805-0520-6DEE-0143324737FC}"/>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tx2"/>
                </a:solidFill>
              </a:defRPr>
            </a:lvl1pPr>
          </a:lstStyle>
          <a:p>
            <a:r>
              <a:rPr lang="en-US" dirty="0"/>
              <a:t>[Add headline]</a:t>
            </a:r>
          </a:p>
        </p:txBody>
      </p:sp>
      <p:sp>
        <p:nvSpPr>
          <p:cNvPr id="2" name="Text Placeholder 4">
            <a:extLst>
              <a:ext uri="{FF2B5EF4-FFF2-40B4-BE49-F238E27FC236}">
                <a16:creationId xmlns:a16="http://schemas.microsoft.com/office/drawing/2014/main" id="{88DB5D0B-59D9-C7D1-52C1-8D96EAE8F154}"/>
              </a:ext>
            </a:extLst>
          </p:cNvPr>
          <p:cNvSpPr>
            <a:spLocks noGrp="1"/>
          </p:cNvSpPr>
          <p:nvPr>
            <p:ph type="body" sz="quarter" idx="10" hasCustomPrompt="1"/>
          </p:nvPr>
        </p:nvSpPr>
        <p:spPr>
          <a:xfrm>
            <a:off x="5670135" y="555171"/>
            <a:ext cx="6053553" cy="562337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8BF1B516-459B-72C0-268C-C1E1A26E942F}"/>
              </a:ext>
            </a:extLst>
          </p:cNvPr>
          <p:cNvSpPr>
            <a:spLocks noGrp="1"/>
          </p:cNvSpPr>
          <p:nvPr>
            <p:ph type="dt" sz="half" idx="11"/>
          </p:nvPr>
        </p:nvSpPr>
        <p:spPr/>
        <p:txBody>
          <a:bodyPr/>
          <a:lstStyle/>
          <a:p>
            <a:fld id="{A33FFA11-BADF-470C-AFB3-23E95943D48B}" type="datetime1">
              <a:rPr lang="en-US" smtClean="0"/>
              <a:t>10/8/26</a:t>
            </a:fld>
            <a:endParaRPr lang="en-US"/>
          </a:p>
        </p:txBody>
      </p:sp>
      <p:sp>
        <p:nvSpPr>
          <p:cNvPr id="8" name="Footer Placeholder 7">
            <a:extLst>
              <a:ext uri="{FF2B5EF4-FFF2-40B4-BE49-F238E27FC236}">
                <a16:creationId xmlns:a16="http://schemas.microsoft.com/office/drawing/2014/main" id="{A6DFEDDB-0903-717A-6483-FF4A6B5BE883}"/>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83FCC9F7-1119-C177-F2AE-961D2AF87127}"/>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63840036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Purple 1">
    <p:bg>
      <p:bgPr>
        <a:gradFill flip="none" rotWithShape="1">
          <a:gsLst>
            <a:gs pos="0">
              <a:srgbClr val="09287E"/>
            </a:gs>
            <a:gs pos="87000">
              <a:srgbClr val="020629"/>
            </a:gs>
          </a:gsLst>
          <a:lin ang="0" scaled="1"/>
          <a:tileRect/>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37C0A1A-50AE-E3D4-BB16-8788BDBB9443}"/>
              </a:ext>
            </a:extLst>
          </p:cNvPr>
          <p:cNvSpPr/>
          <p:nvPr userDrawn="1"/>
        </p:nvSpPr>
        <p:spPr>
          <a:xfrm>
            <a:off x="3475110" y="0"/>
            <a:ext cx="8716890" cy="6858001"/>
          </a:xfrm>
          <a:custGeom>
            <a:avLst/>
            <a:gdLst>
              <a:gd name="connsiteX0" fmla="*/ 7712651 w 8716890"/>
              <a:gd name="connsiteY0" fmla="*/ 4550002 h 6858001"/>
              <a:gd name="connsiteX1" fmla="*/ 8716890 w 8716890"/>
              <a:gd name="connsiteY1" fmla="*/ 4550002 h 6858001"/>
              <a:gd name="connsiteX2" fmla="*/ 8716890 w 8716890"/>
              <a:gd name="connsiteY2" fmla="*/ 6858001 h 6858001"/>
              <a:gd name="connsiteX3" fmla="*/ 6410270 w 8716890"/>
              <a:gd name="connsiteY3" fmla="*/ 6858001 h 6858001"/>
              <a:gd name="connsiteX4" fmla="*/ 1302380 w 8716890"/>
              <a:gd name="connsiteY4" fmla="*/ 4550002 h 6858001"/>
              <a:gd name="connsiteX5" fmla="*/ 4485297 w 8716890"/>
              <a:gd name="connsiteY5" fmla="*/ 4550002 h 6858001"/>
              <a:gd name="connsiteX6" fmla="*/ 3182916 w 8716890"/>
              <a:gd name="connsiteY6" fmla="*/ 6858001 h 6858001"/>
              <a:gd name="connsiteX7" fmla="*/ 0 w 8716890"/>
              <a:gd name="connsiteY7" fmla="*/ 6858001 h 6858001"/>
              <a:gd name="connsiteX8" fmla="*/ 7052819 w 8716890"/>
              <a:gd name="connsiteY8" fmla="*/ 0 h 6858001"/>
              <a:gd name="connsiteX9" fmla="*/ 8716890 w 8716890"/>
              <a:gd name="connsiteY9" fmla="*/ 0 h 6858001"/>
              <a:gd name="connsiteX10" fmla="*/ 8716890 w 8716890"/>
              <a:gd name="connsiteY10" fmla="*/ 2756296 h 6858001"/>
              <a:gd name="connsiteX11" fmla="*/ 7704719 w 8716890"/>
              <a:gd name="connsiteY11" fmla="*/ 4550003 h 6858001"/>
              <a:gd name="connsiteX12" fmla="*/ 4485297 w 8716890"/>
              <a:gd name="connsiteY12" fmla="*/ 455000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16890" h="6858001">
                <a:moveTo>
                  <a:pt x="7712651" y="4550002"/>
                </a:moveTo>
                <a:lnTo>
                  <a:pt x="8716890" y="4550002"/>
                </a:lnTo>
                <a:lnTo>
                  <a:pt x="8716890" y="6858001"/>
                </a:lnTo>
                <a:lnTo>
                  <a:pt x="6410270" y="6858001"/>
                </a:lnTo>
                <a:close/>
                <a:moveTo>
                  <a:pt x="1302380" y="4550002"/>
                </a:moveTo>
                <a:lnTo>
                  <a:pt x="4485297" y="4550002"/>
                </a:lnTo>
                <a:lnTo>
                  <a:pt x="3182916" y="6858001"/>
                </a:lnTo>
                <a:lnTo>
                  <a:pt x="0" y="6858001"/>
                </a:lnTo>
                <a:close/>
                <a:moveTo>
                  <a:pt x="7052819" y="0"/>
                </a:moveTo>
                <a:lnTo>
                  <a:pt x="8716890" y="0"/>
                </a:lnTo>
                <a:lnTo>
                  <a:pt x="8716890" y="2756296"/>
                </a:lnTo>
                <a:lnTo>
                  <a:pt x="7704719" y="4550003"/>
                </a:lnTo>
                <a:lnTo>
                  <a:pt x="4485297" y="4550003"/>
                </a:lnTo>
                <a:close/>
              </a:path>
            </a:pathLst>
          </a:custGeom>
          <a:gradFill flip="none" rotWithShape="1">
            <a:gsLst>
              <a:gs pos="49503">
                <a:srgbClr val="3922A3"/>
              </a:gs>
              <a:gs pos="0">
                <a:srgbClr val="381E98"/>
              </a:gs>
              <a:gs pos="87000">
                <a:srgbClr val="3923A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6" name="Text Placeholder 5">
            <a:extLst>
              <a:ext uri="{FF2B5EF4-FFF2-40B4-BE49-F238E27FC236}">
                <a16:creationId xmlns:a16="http://schemas.microsoft.com/office/drawing/2014/main" id="{33EC2F47-B543-2F83-D3D6-51AD7D9E71A7}"/>
              </a:ext>
            </a:extLst>
          </p:cNvPr>
          <p:cNvSpPr>
            <a:spLocks noGrp="1"/>
          </p:cNvSpPr>
          <p:nvPr>
            <p:ph type="body" sz="quarter" idx="10" hasCustomPrompt="1"/>
          </p:nvPr>
        </p:nvSpPr>
        <p:spPr>
          <a:xfrm>
            <a:off x="476250" y="1516063"/>
            <a:ext cx="663733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384C1C90-6E9C-9F6A-DC75-A8F5684C44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85875CD6-EA31-AE16-C5E1-146E4F5CC4B1}"/>
              </a:ext>
            </a:extLst>
          </p:cNvPr>
          <p:cNvSpPr>
            <a:spLocks noGrp="1"/>
          </p:cNvSpPr>
          <p:nvPr>
            <p:ph type="dt" sz="half" idx="11"/>
          </p:nvPr>
        </p:nvSpPr>
        <p:spPr/>
        <p:txBody>
          <a:bodyPr/>
          <a:lstStyle/>
          <a:p>
            <a:fld id="{976966CF-BCAC-429A-8A83-18F4E85F2964}" type="datetime1">
              <a:rPr lang="en-US" smtClean="0"/>
              <a:t>10/8/26</a:t>
            </a:fld>
            <a:endParaRPr lang="en-US"/>
          </a:p>
        </p:txBody>
      </p:sp>
      <p:sp>
        <p:nvSpPr>
          <p:cNvPr id="3" name="Footer Placeholder 2">
            <a:extLst>
              <a:ext uri="{FF2B5EF4-FFF2-40B4-BE49-F238E27FC236}">
                <a16:creationId xmlns:a16="http://schemas.microsoft.com/office/drawing/2014/main" id="{296104B7-BD34-CB71-7A75-010E5C65E1FB}"/>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3BFE6C7-CC71-388B-9DEE-8685E5C29B39}"/>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5" name="Title 4">
            <a:extLst>
              <a:ext uri="{FF2B5EF4-FFF2-40B4-BE49-F238E27FC236}">
                <a16:creationId xmlns:a16="http://schemas.microsoft.com/office/drawing/2014/main" id="{551EE24C-4600-2C6E-960C-128E2FA87836}"/>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389856064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urple 2">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B768B634-D11C-ADC4-4345-FC668F34D8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Text Placeholder 5">
            <a:extLst>
              <a:ext uri="{FF2B5EF4-FFF2-40B4-BE49-F238E27FC236}">
                <a16:creationId xmlns:a16="http://schemas.microsoft.com/office/drawing/2014/main" id="{361167FD-296B-A8F6-47B6-4EC870DC7EEE}"/>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2125109-7BAF-CB3E-6D85-5C9D3617B808}"/>
              </a:ext>
            </a:extLst>
          </p:cNvPr>
          <p:cNvSpPr>
            <a:spLocks noGrp="1"/>
          </p:cNvSpPr>
          <p:nvPr>
            <p:ph type="dt" sz="half" idx="11"/>
          </p:nvPr>
        </p:nvSpPr>
        <p:spPr/>
        <p:txBody>
          <a:bodyPr/>
          <a:lstStyle/>
          <a:p>
            <a:fld id="{DFEEAC10-2098-4609-A859-E5B2DF18BC38}" type="datetime1">
              <a:rPr lang="en-US" smtClean="0"/>
              <a:t>10/8/26</a:t>
            </a:fld>
            <a:endParaRPr lang="en-US"/>
          </a:p>
        </p:txBody>
      </p:sp>
      <p:sp>
        <p:nvSpPr>
          <p:cNvPr id="9" name="Footer Placeholder 8">
            <a:extLst>
              <a:ext uri="{FF2B5EF4-FFF2-40B4-BE49-F238E27FC236}">
                <a16:creationId xmlns:a16="http://schemas.microsoft.com/office/drawing/2014/main" id="{FA61E541-1D1C-5928-0D61-F060A3B33C99}"/>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F8768B02-DA7F-2436-1E35-18D5C18A538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4AEB3314-AA8A-BCDE-A647-942AD20FC6AE}"/>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192853436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Yellow">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D0713A53-A0D1-70E4-8C64-2EA20E93C6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5" name="Text Placeholder 5">
            <a:extLst>
              <a:ext uri="{FF2B5EF4-FFF2-40B4-BE49-F238E27FC236}">
                <a16:creationId xmlns:a16="http://schemas.microsoft.com/office/drawing/2014/main" id="{3193588D-AEA4-3A47-D5A6-218274185B24}"/>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41D5879-576A-2025-CBAF-AE4720A00FF0}"/>
              </a:ext>
            </a:extLst>
          </p:cNvPr>
          <p:cNvSpPr>
            <a:spLocks noGrp="1"/>
          </p:cNvSpPr>
          <p:nvPr>
            <p:ph type="dt" sz="half" idx="11"/>
          </p:nvPr>
        </p:nvSpPr>
        <p:spPr/>
        <p:txBody>
          <a:bodyPr/>
          <a:lstStyle/>
          <a:p>
            <a:fld id="{A0ECB097-7DB8-40FF-AFDF-3AB3CDF9AE08}" type="datetime1">
              <a:rPr lang="en-US" smtClean="0"/>
              <a:t>10/8/26</a:t>
            </a:fld>
            <a:endParaRPr lang="en-US"/>
          </a:p>
        </p:txBody>
      </p:sp>
      <p:sp>
        <p:nvSpPr>
          <p:cNvPr id="7" name="Footer Placeholder 6">
            <a:extLst>
              <a:ext uri="{FF2B5EF4-FFF2-40B4-BE49-F238E27FC236}">
                <a16:creationId xmlns:a16="http://schemas.microsoft.com/office/drawing/2014/main" id="{81A5BA77-927D-A9D8-6EFC-AE6A7EC98EBF}"/>
              </a:ext>
            </a:extLst>
          </p:cNvPr>
          <p:cNvSpPr>
            <a:spLocks noGrp="1"/>
          </p:cNvSpPr>
          <p:nvPr>
            <p:ph type="ftr" sz="quarter" idx="12"/>
          </p:nvPr>
        </p:nvSpPr>
        <p:spPr/>
        <p:txBody>
          <a:bodyPr/>
          <a:lstStyle/>
          <a:p>
            <a:endParaRPr lang="en-US" dirty="0"/>
          </a:p>
        </p:txBody>
      </p:sp>
      <p:sp>
        <p:nvSpPr>
          <p:cNvPr id="9" name="Slide Number Placeholder 8">
            <a:extLst>
              <a:ext uri="{FF2B5EF4-FFF2-40B4-BE49-F238E27FC236}">
                <a16:creationId xmlns:a16="http://schemas.microsoft.com/office/drawing/2014/main" id="{A1D0D9E6-5729-106E-F1D9-EAFF2850DCA7}"/>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2361DBB9-1A89-CD4C-AD4C-BE27EE3AFEE5}"/>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150932742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image">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938E90-5453-8E94-81BA-AFB01A8A68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5" name="Text Placeholder 4">
            <a:extLst>
              <a:ext uri="{FF2B5EF4-FFF2-40B4-BE49-F238E27FC236}">
                <a16:creationId xmlns:a16="http://schemas.microsoft.com/office/drawing/2014/main" id="{36DAD0CD-2E0C-4778-7120-5B8FFF00EBCA}"/>
              </a:ext>
            </a:extLst>
          </p:cNvPr>
          <p:cNvSpPr>
            <a:spLocks noGrp="1"/>
          </p:cNvSpPr>
          <p:nvPr>
            <p:ph type="body" sz="quarter" idx="11"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Graphic 3">
            <a:extLst>
              <a:ext uri="{FF2B5EF4-FFF2-40B4-BE49-F238E27FC236}">
                <a16:creationId xmlns:a16="http://schemas.microsoft.com/office/drawing/2014/main" id="{083DBDF4-D595-E593-0874-C4847D8A79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3" name="Title 2">
            <a:extLst>
              <a:ext uri="{FF2B5EF4-FFF2-40B4-BE49-F238E27FC236}">
                <a16:creationId xmlns:a16="http://schemas.microsoft.com/office/drawing/2014/main" id="{CB68BD01-ABA7-9ECF-84C1-5E992E8A2056}"/>
              </a:ext>
            </a:extLst>
          </p:cNvPr>
          <p:cNvSpPr>
            <a:spLocks noGrp="1"/>
          </p:cNvSpPr>
          <p:nvPr>
            <p:ph type="title" hasCustomPrompt="1"/>
          </p:nvPr>
        </p:nvSpPr>
        <p:spPr/>
        <p:txBody>
          <a:bodyPr/>
          <a:lstStyle/>
          <a:p>
            <a:r>
              <a:rPr lang="en-US" dirty="0"/>
              <a:t>[Add headline]</a:t>
            </a:r>
          </a:p>
        </p:txBody>
      </p:sp>
    </p:spTree>
    <p:extLst>
      <p:ext uri="{BB962C8B-B14F-4D97-AF65-F5344CB8AC3E}">
        <p14:creationId xmlns:p14="http://schemas.microsoft.com/office/powerpoint/2010/main" val="365413558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054FF19-C4C4-0ABE-AB08-5F42CBE2F1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691716" y="945162"/>
            <a:ext cx="903817" cy="760028"/>
          </a:xfrm>
          <a:prstGeom prst="rect">
            <a:avLst/>
          </a:prstGeom>
        </p:spPr>
      </p:pic>
      <p:sp>
        <p:nvSpPr>
          <p:cNvPr id="6" name="Text Placeholder 5">
            <a:extLst>
              <a:ext uri="{FF2B5EF4-FFF2-40B4-BE49-F238E27FC236}">
                <a16:creationId xmlns:a16="http://schemas.microsoft.com/office/drawing/2014/main" id="{2F9B3DC8-29FD-C978-BDA7-DF8A6DCA093C}"/>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3">
            <a:extLst>
              <a:ext uri="{FF2B5EF4-FFF2-40B4-BE49-F238E27FC236}">
                <a16:creationId xmlns:a16="http://schemas.microsoft.com/office/drawing/2014/main" id="{9C279942-F9D4-016B-6FAA-6A6F510A5290}"/>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3578781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strVal val="#ppt_w+.3"/>
                                          </p:val>
                                        </p:tav>
                                        <p:tav tm="100000">
                                          <p:val>
                                            <p:strVal val="#ppt_w"/>
                                          </p:val>
                                        </p:tav>
                                      </p:tavLst>
                                    </p:anim>
                                    <p:anim calcmode="lin" valueType="num">
                                      <p:cBhvr>
                                        <p:cTn id="8" dur="750" fill="hold"/>
                                        <p:tgtEl>
                                          <p:spTgt spid="4"/>
                                        </p:tgtEl>
                                        <p:attrNameLst>
                                          <p:attrName>ppt_h</p:attrName>
                                        </p:attrNameLst>
                                      </p:cBhvr>
                                      <p:tavLst>
                                        <p:tav tm="0">
                                          <p:val>
                                            <p:strVal val="#ppt_h"/>
                                          </p:val>
                                        </p:tav>
                                        <p:tav tm="100000">
                                          <p:val>
                                            <p:strVal val="#ppt_h"/>
                                          </p:val>
                                        </p:tav>
                                      </p:tavLst>
                                    </p:anim>
                                    <p:animEffect transition="in" filter="fade">
                                      <p:cBhvr>
                                        <p:cTn id="9" dur="750"/>
                                        <p:tgtEl>
                                          <p:spTgt spid="4"/>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p:tmplLst>
          <p:tmpl>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2" grpId="0" build="p">
        <p:tmplLst>
          <p:tmpl lvl="1">
            <p:tnLst>
              <p:par>
                <p:cTn presetID="10" presetClass="entr" presetSubtype="0"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40434B-0DD2-FB6D-FA20-97526AC93F53}"/>
              </a:ext>
            </a:extLst>
          </p:cNvPr>
          <p:cNvPicPr>
            <a:picLocks noChangeAspect="1"/>
          </p:cNvPicPr>
          <p:nvPr userDrawn="1"/>
        </p:nvPicPr>
        <p:blipFill>
          <a:blip r:embed="rId2"/>
          <a:stretch>
            <a:fillRect/>
          </a:stretch>
        </p:blipFill>
        <p:spPr>
          <a:xfrm>
            <a:off x="0" y="0"/>
            <a:ext cx="12192000" cy="6862074"/>
          </a:xfrm>
          <a:prstGeom prst="rect">
            <a:avLst/>
          </a:prstGeom>
        </p:spPr>
      </p:pic>
      <p:pic>
        <p:nvPicPr>
          <p:cNvPr id="9" name="Graphic 8">
            <a:extLst>
              <a:ext uri="{FF2B5EF4-FFF2-40B4-BE49-F238E27FC236}">
                <a16:creationId xmlns:a16="http://schemas.microsoft.com/office/drawing/2014/main" id="{28CF8199-1460-0F7E-2914-3B2B88FAAC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5691716" y="945162"/>
            <a:ext cx="903817" cy="760028"/>
          </a:xfrm>
          <a:prstGeom prst="rect">
            <a:avLst/>
          </a:prstGeom>
        </p:spPr>
      </p:pic>
      <p:sp>
        <p:nvSpPr>
          <p:cNvPr id="10" name="Text Placeholder 5">
            <a:extLst>
              <a:ext uri="{FF2B5EF4-FFF2-40B4-BE49-F238E27FC236}">
                <a16:creationId xmlns:a16="http://schemas.microsoft.com/office/drawing/2014/main" id="{3CFB14B9-502B-20F8-4C64-181390ABF794}"/>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3">
            <a:extLst>
              <a:ext uri="{FF2B5EF4-FFF2-40B4-BE49-F238E27FC236}">
                <a16:creationId xmlns:a16="http://schemas.microsoft.com/office/drawing/2014/main" id="{E7DD039B-9D06-A843-1A7F-6D0D62416D7C}"/>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tx1"/>
                </a:solidFill>
              </a:defRPr>
            </a:lvl1pPr>
            <a:lvl2pPr marL="0" indent="0" algn="ctr">
              <a:buNone/>
              <a:tabLst/>
              <a:defRPr sz="1400">
                <a:solidFill>
                  <a:schemeClr val="tx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2488361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strVal val="#ppt_w+.3"/>
                                          </p:val>
                                        </p:tav>
                                        <p:tav tm="100000">
                                          <p:val>
                                            <p:strVal val="#ppt_w"/>
                                          </p:val>
                                        </p:tav>
                                      </p:tavLst>
                                    </p:anim>
                                    <p:anim calcmode="lin" valueType="num">
                                      <p:cBhvr>
                                        <p:cTn id="8" dur="750" fill="hold"/>
                                        <p:tgtEl>
                                          <p:spTgt spid="9"/>
                                        </p:tgtEl>
                                        <p:attrNameLst>
                                          <p:attrName>ppt_h</p:attrName>
                                        </p:attrNameLst>
                                      </p:cBhvr>
                                      <p:tavLst>
                                        <p:tav tm="0">
                                          <p:val>
                                            <p:strVal val="#ppt_h"/>
                                          </p:val>
                                        </p:tav>
                                        <p:tav tm="100000">
                                          <p:val>
                                            <p:strVal val="#ppt_h"/>
                                          </p:val>
                                        </p:tav>
                                      </p:tavLst>
                                    </p:anim>
                                    <p:animEffect transition="in" filter="fade">
                                      <p:cBhvr>
                                        <p:cTn id="9" dur="750"/>
                                        <p:tgtEl>
                                          <p:spTgt spid="9"/>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p:tmplLst>
          <p:tmpl>
            <p:tnLst>
              <p:par>
                <p:cTn presetID="10" presetClass="entr" presetSubtype="0" fill="hold" nodeType="with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3B3401-8F23-05D3-CAF5-E6B2C35FC4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9" name="Graphic 8">
            <a:extLst>
              <a:ext uri="{FF2B5EF4-FFF2-40B4-BE49-F238E27FC236}">
                <a16:creationId xmlns:a16="http://schemas.microsoft.com/office/drawing/2014/main" id="{5B25803E-F730-D10B-A4B9-5C7835CEA92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5691716" y="945162"/>
            <a:ext cx="903817" cy="760028"/>
          </a:xfrm>
          <a:prstGeom prst="rect">
            <a:avLst/>
          </a:prstGeom>
        </p:spPr>
      </p:pic>
      <p:sp>
        <p:nvSpPr>
          <p:cNvPr id="10" name="Text Placeholder 5">
            <a:extLst>
              <a:ext uri="{FF2B5EF4-FFF2-40B4-BE49-F238E27FC236}">
                <a16:creationId xmlns:a16="http://schemas.microsoft.com/office/drawing/2014/main" id="{2BCA7CBD-9533-99B8-1F31-36FD62D41BFA}"/>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3">
            <a:extLst>
              <a:ext uri="{FF2B5EF4-FFF2-40B4-BE49-F238E27FC236}">
                <a16:creationId xmlns:a16="http://schemas.microsoft.com/office/drawing/2014/main" id="{65FAB91B-47EE-E1AA-9FE2-11608DBC2C44}"/>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accent1"/>
                </a:solidFill>
              </a:defRPr>
            </a:lvl1pPr>
            <a:lvl2pPr marL="0" indent="0" algn="ctr">
              <a:buNone/>
              <a:tabLst/>
              <a:defRPr sz="1400">
                <a:solidFill>
                  <a:schemeClr val="accent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spTree>
    <p:extLst>
      <p:ext uri="{BB962C8B-B14F-4D97-AF65-F5344CB8AC3E}">
        <p14:creationId xmlns:p14="http://schemas.microsoft.com/office/powerpoint/2010/main" val="2112103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strVal val="#ppt_w+.3"/>
                                          </p:val>
                                        </p:tav>
                                        <p:tav tm="100000">
                                          <p:val>
                                            <p:strVal val="#ppt_w"/>
                                          </p:val>
                                        </p:tav>
                                      </p:tavLst>
                                    </p:anim>
                                    <p:anim calcmode="lin" valueType="num">
                                      <p:cBhvr>
                                        <p:cTn id="8" dur="750" fill="hold"/>
                                        <p:tgtEl>
                                          <p:spTgt spid="9"/>
                                        </p:tgtEl>
                                        <p:attrNameLst>
                                          <p:attrName>ppt_h</p:attrName>
                                        </p:attrNameLst>
                                      </p:cBhvr>
                                      <p:tavLst>
                                        <p:tav tm="0">
                                          <p:val>
                                            <p:strVal val="#ppt_h"/>
                                          </p:val>
                                        </p:tav>
                                        <p:tav tm="100000">
                                          <p:val>
                                            <p:strVal val="#ppt_h"/>
                                          </p:val>
                                        </p:tav>
                                      </p:tavLst>
                                    </p:anim>
                                    <p:animEffect transition="in" filter="fade">
                                      <p:cBhvr>
                                        <p:cTn id="9" dur="750"/>
                                        <p:tgtEl>
                                          <p:spTgt spid="9"/>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p:tmplLst>
          <p:tmpl>
            <p:tnLst>
              <p:par>
                <p:cTn presetID="10" presetClass="entr" presetSubtype="0" fill="hold" nodeType="with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11" grpId="0" build="p">
        <p:tmplLst>
          <p:tmpl lvl="1">
            <p:tnLst>
              <p:par>
                <p:cTn presetID="10" presetClass="entr" presetSubtype="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Lst>
  </p:timing>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047347-0CDD-E0F2-59B4-AB9DB013A47A}"/>
              </a:ext>
            </a:extLst>
          </p:cNvPr>
          <p:cNvPicPr>
            <a:picLocks noChangeAspect="1"/>
          </p:cNvPicPr>
          <p:nvPr userDrawn="1"/>
        </p:nvPicPr>
        <p:blipFill>
          <a:blip r:embed="rId2"/>
          <a:stretch>
            <a:fillRect/>
          </a:stretch>
        </p:blipFill>
        <p:spPr>
          <a:xfrm>
            <a:off x="0" y="1"/>
            <a:ext cx="12192000" cy="6857999"/>
          </a:xfrm>
          <a:prstGeom prst="rect">
            <a:avLst/>
          </a:prstGeom>
        </p:spPr>
      </p:pic>
      <p:sp>
        <p:nvSpPr>
          <p:cNvPr id="2" name="TextBox 1">
            <a:extLst>
              <a:ext uri="{FF2B5EF4-FFF2-40B4-BE49-F238E27FC236}">
                <a16:creationId xmlns:a16="http://schemas.microsoft.com/office/drawing/2014/main" id="{D052D725-F5A1-F409-958B-EA9939D3E52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54081185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reserve="1">
  <p:cSld name="Blank Gray">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B86EB51-C08B-C9F1-35E1-A243D49ED4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4" name="Date Placeholder 3">
            <a:extLst>
              <a:ext uri="{FF2B5EF4-FFF2-40B4-BE49-F238E27FC236}">
                <a16:creationId xmlns:a16="http://schemas.microsoft.com/office/drawing/2014/main" id="{CA553858-785A-8996-FF0A-96D7BA4B1B88}"/>
              </a:ext>
            </a:extLst>
          </p:cNvPr>
          <p:cNvSpPr>
            <a:spLocks noGrp="1"/>
          </p:cNvSpPr>
          <p:nvPr>
            <p:ph type="dt" sz="half" idx="10"/>
          </p:nvPr>
        </p:nvSpPr>
        <p:spPr/>
        <p:txBody>
          <a:bodyPr/>
          <a:lstStyle/>
          <a:p>
            <a:fld id="{1B8B9B36-6919-48C0-9236-E4F81C1F08A8}" type="datetime1">
              <a:rPr lang="en-US" smtClean="0"/>
              <a:t>10/8/26</a:t>
            </a:fld>
            <a:endParaRPr lang="en-US"/>
          </a:p>
        </p:txBody>
      </p:sp>
      <p:sp>
        <p:nvSpPr>
          <p:cNvPr id="5" name="Footer Placeholder 4">
            <a:extLst>
              <a:ext uri="{FF2B5EF4-FFF2-40B4-BE49-F238E27FC236}">
                <a16:creationId xmlns:a16="http://schemas.microsoft.com/office/drawing/2014/main" id="{5FDC42EB-5D75-5F29-DF3C-282B16184B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666489-5B20-4092-AD52-37C2F5451DEF}"/>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2" name="Rectangle 1">
            <a:extLst>
              <a:ext uri="{FF2B5EF4-FFF2-40B4-BE49-F238E27FC236}">
                <a16:creationId xmlns:a16="http://schemas.microsoft.com/office/drawing/2014/main" id="{B4EBF31B-E541-1FE0-AEA4-A69FFC6B2DBE}"/>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2098576425"/>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Gradi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D8FDCD-0D8F-8E24-8571-4D729CEA8C39}"/>
              </a:ext>
            </a:extLst>
          </p:cNvPr>
          <p:cNvSpPr>
            <a:spLocks noGrp="1"/>
          </p:cNvSpPr>
          <p:nvPr>
            <p:ph type="dt" sz="half" idx="10"/>
          </p:nvPr>
        </p:nvSpPr>
        <p:spPr/>
        <p:txBody>
          <a:bodyPr/>
          <a:lstStyle/>
          <a:p>
            <a:fld id="{811481EB-AE10-4760-B064-3DE64D1166CE}" type="datetime1">
              <a:rPr lang="en-US" smtClean="0"/>
              <a:t>10/8/26</a:t>
            </a:fld>
            <a:endParaRPr lang="en-US"/>
          </a:p>
        </p:txBody>
      </p:sp>
      <p:sp>
        <p:nvSpPr>
          <p:cNvPr id="5" name="Footer Placeholder 4">
            <a:extLst>
              <a:ext uri="{FF2B5EF4-FFF2-40B4-BE49-F238E27FC236}">
                <a16:creationId xmlns:a16="http://schemas.microsoft.com/office/drawing/2014/main" id="{611FC3DE-0F58-DCB8-C375-2DE48CC1C21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F4B0A2-58F8-4793-77DA-70314BDF8E9F}"/>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09664326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Blank Blue">
    <p:bg>
      <p:bgRef idx="1001">
        <a:schemeClr val="bg2"/>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3BFD8B-BF68-C9E0-D816-B3BBF68105BE}"/>
              </a:ext>
            </a:extLst>
          </p:cNvPr>
          <p:cNvSpPr>
            <a:spLocks noGrp="1"/>
          </p:cNvSpPr>
          <p:nvPr>
            <p:ph type="dt" sz="half" idx="10"/>
          </p:nvPr>
        </p:nvSpPr>
        <p:spPr/>
        <p:txBody>
          <a:bodyPr/>
          <a:lstStyle/>
          <a:p>
            <a:fld id="{0E2C17BE-DD50-4B65-A717-73219D744785}" type="datetime1">
              <a:rPr lang="en-US" smtClean="0"/>
              <a:t>10/8/26</a:t>
            </a:fld>
            <a:endParaRPr lang="en-US"/>
          </a:p>
        </p:txBody>
      </p:sp>
      <p:sp>
        <p:nvSpPr>
          <p:cNvPr id="5" name="Footer Placeholder 4">
            <a:extLst>
              <a:ext uri="{FF2B5EF4-FFF2-40B4-BE49-F238E27FC236}">
                <a16:creationId xmlns:a16="http://schemas.microsoft.com/office/drawing/2014/main" id="{675C5D0D-3148-966A-AFBB-61B666070D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37A3D8-DB19-2563-B40F-014475945C98}"/>
              </a:ext>
            </a:extLst>
          </p:cNvPr>
          <p:cNvSpPr>
            <a:spLocks noGrp="1"/>
          </p:cNvSpPr>
          <p:nvPr>
            <p:ph type="sldNum" sz="quarter" idx="12"/>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84782613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1FE425-B92E-37DB-DD00-60FCD01D4B8B}"/>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713C3066-A125-B689-CCE0-BEA33A5642D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165375973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er Overview">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99CE625E-4BAD-6EBC-4788-5BF2715F4E13}"/>
              </a:ext>
            </a:extLst>
          </p:cNvPr>
          <p:cNvSpPr>
            <a:spLocks noGrp="1"/>
          </p:cNvSpPr>
          <p:nvPr>
            <p:ph type="pic" sz="quarter" idx="14"/>
          </p:nvPr>
        </p:nvSpPr>
        <p:spPr>
          <a:xfrm>
            <a:off x="7702660" y="1"/>
            <a:ext cx="4489341" cy="2792236"/>
          </a:xfrm>
          <a:custGeom>
            <a:avLst/>
            <a:gdLst>
              <a:gd name="connsiteX0" fmla="*/ 1005931 w 4489341"/>
              <a:gd name="connsiteY0" fmla="*/ 0 h 2792236"/>
              <a:gd name="connsiteX1" fmla="*/ 4489341 w 4489341"/>
              <a:gd name="connsiteY1" fmla="*/ 0 h 2792236"/>
              <a:gd name="connsiteX2" fmla="*/ 4489341 w 4489341"/>
              <a:gd name="connsiteY2" fmla="*/ 2792236 h 2792236"/>
              <a:gd name="connsiteX3" fmla="*/ 0 w 4489341"/>
              <a:gd name="connsiteY3" fmla="*/ 2792236 h 2792236"/>
            </a:gdLst>
            <a:ahLst/>
            <a:cxnLst>
              <a:cxn ang="0">
                <a:pos x="connsiteX0" y="connsiteY0"/>
              </a:cxn>
              <a:cxn ang="0">
                <a:pos x="connsiteX1" y="connsiteY1"/>
              </a:cxn>
              <a:cxn ang="0">
                <a:pos x="connsiteX2" y="connsiteY2"/>
              </a:cxn>
              <a:cxn ang="0">
                <a:pos x="connsiteX3" y="connsiteY3"/>
              </a:cxn>
            </a:cxnLst>
            <a:rect l="l" t="t" r="r" b="b"/>
            <a:pathLst>
              <a:path w="4489341" h="2792236">
                <a:moveTo>
                  <a:pt x="1005931" y="0"/>
                </a:moveTo>
                <a:lnTo>
                  <a:pt x="4489341" y="0"/>
                </a:lnTo>
                <a:lnTo>
                  <a:pt x="4489341" y="2792236"/>
                </a:lnTo>
                <a:lnTo>
                  <a:pt x="0" y="2792236"/>
                </a:lnTo>
                <a:close/>
              </a:path>
            </a:pathLst>
          </a:custGeom>
          <a:solidFill>
            <a:schemeClr val="tx1">
              <a:lumMod val="85000"/>
            </a:schemeClr>
          </a:solidFill>
        </p:spPr>
        <p:txBody>
          <a:bodyPr wrap="square" anchor="ctr">
            <a:noAutofit/>
          </a:bodyPr>
          <a:lstStyle>
            <a:lvl1pPr marL="0" indent="0" algn="ctr">
              <a:buNone/>
              <a:defRPr>
                <a:solidFill>
                  <a:schemeClr val="bg2"/>
                </a:solidFill>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97812B76-CA7F-FDC8-E8C8-483797819743}"/>
              </a:ext>
            </a:extLst>
          </p:cNvPr>
          <p:cNvSpPr>
            <a:spLocks noGrp="1"/>
          </p:cNvSpPr>
          <p:nvPr>
            <p:ph type="dt" sz="half" idx="10"/>
          </p:nvPr>
        </p:nvSpPr>
        <p:spPr/>
        <p:txBody>
          <a:bodyPr/>
          <a:lstStyle/>
          <a:p>
            <a:fld id="{5E25EF3A-B472-4835-8477-4F61E2017D7F}" type="datetime1">
              <a:rPr lang="en-US" smtClean="0"/>
              <a:t>10/8/26</a:t>
            </a:fld>
            <a:endParaRPr lang="en-US"/>
          </a:p>
        </p:txBody>
      </p:sp>
      <p:sp>
        <p:nvSpPr>
          <p:cNvPr id="4" name="Footer Placeholder 3">
            <a:extLst>
              <a:ext uri="{FF2B5EF4-FFF2-40B4-BE49-F238E27FC236}">
                <a16:creationId xmlns:a16="http://schemas.microsoft.com/office/drawing/2014/main" id="{5A4C70F1-AD56-6AC8-629D-12AF14BB1F4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D48C9EB-6792-4961-33DE-418C4DADA8C7}"/>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Flowchart: Data 1">
            <a:extLst>
              <a:ext uri="{FF2B5EF4-FFF2-40B4-BE49-F238E27FC236}">
                <a16:creationId xmlns:a16="http://schemas.microsoft.com/office/drawing/2014/main" id="{C7890A3A-48FB-B2EE-C5EF-0D5FA2A5BC8C}"/>
              </a:ext>
            </a:extLst>
          </p:cNvPr>
          <p:cNvSpPr/>
          <p:nvPr userDrawn="1"/>
        </p:nvSpPr>
        <p:spPr>
          <a:xfrm>
            <a:off x="0" y="5680847"/>
            <a:ext cx="5159829" cy="49611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505 w 10000"/>
              <a:gd name="connsiteY3" fmla="*/ 10000 h 10000"/>
              <a:gd name="connsiteX4" fmla="*/ 0 w 10000"/>
              <a:gd name="connsiteY4" fmla="*/ 10000 h 10000"/>
              <a:gd name="connsiteX0" fmla="*/ 0 w 10000"/>
              <a:gd name="connsiteY0" fmla="*/ 10000 h 10000"/>
              <a:gd name="connsiteX1" fmla="*/ 2000 w 10000"/>
              <a:gd name="connsiteY1" fmla="*/ 0 h 10000"/>
              <a:gd name="connsiteX2" fmla="*/ 10000 w 10000"/>
              <a:gd name="connsiteY2" fmla="*/ 0 h 10000"/>
              <a:gd name="connsiteX3" fmla="*/ 9480 w 10000"/>
              <a:gd name="connsiteY3" fmla="*/ 10000 h 10000"/>
              <a:gd name="connsiteX4" fmla="*/ 0 w 10000"/>
              <a:gd name="connsiteY4" fmla="*/ 10000 h 10000"/>
              <a:gd name="connsiteX0" fmla="*/ 0 w 10000"/>
              <a:gd name="connsiteY0" fmla="*/ 10061 h 10061"/>
              <a:gd name="connsiteX1" fmla="*/ 7 w 10000"/>
              <a:gd name="connsiteY1" fmla="*/ 0 h 10061"/>
              <a:gd name="connsiteX2" fmla="*/ 10000 w 10000"/>
              <a:gd name="connsiteY2" fmla="*/ 61 h 10061"/>
              <a:gd name="connsiteX3" fmla="*/ 9480 w 10000"/>
              <a:gd name="connsiteY3" fmla="*/ 10061 h 10061"/>
              <a:gd name="connsiteX4" fmla="*/ 0 w 10000"/>
              <a:gd name="connsiteY4" fmla="*/ 10061 h 10061"/>
              <a:gd name="connsiteX0" fmla="*/ 0 w 10000"/>
              <a:gd name="connsiteY0" fmla="*/ 10061 h 10061"/>
              <a:gd name="connsiteX1" fmla="*/ 0 w 10000"/>
              <a:gd name="connsiteY1" fmla="*/ 0 h 10061"/>
              <a:gd name="connsiteX2" fmla="*/ 10000 w 10000"/>
              <a:gd name="connsiteY2" fmla="*/ 61 h 10061"/>
              <a:gd name="connsiteX3" fmla="*/ 9480 w 10000"/>
              <a:gd name="connsiteY3" fmla="*/ 10061 h 10061"/>
              <a:gd name="connsiteX4" fmla="*/ 0 w 10000"/>
              <a:gd name="connsiteY4" fmla="*/ 10061 h 10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1">
                <a:moveTo>
                  <a:pt x="0" y="10061"/>
                </a:moveTo>
                <a:cubicBezTo>
                  <a:pt x="2" y="6707"/>
                  <a:pt x="-2" y="3354"/>
                  <a:pt x="0" y="0"/>
                </a:cubicBezTo>
                <a:lnTo>
                  <a:pt x="10000" y="61"/>
                </a:lnTo>
                <a:cubicBezTo>
                  <a:pt x="9827" y="3394"/>
                  <a:pt x="9653" y="6728"/>
                  <a:pt x="9480" y="10061"/>
                </a:cubicBezTo>
                <a:lnTo>
                  <a:pt x="0" y="10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D4C7F93-6209-832D-50C8-583278469A90}"/>
              </a:ext>
            </a:extLst>
          </p:cNvPr>
          <p:cNvSpPr txBox="1"/>
          <p:nvPr userDrawn="1"/>
        </p:nvSpPr>
        <p:spPr>
          <a:xfrm>
            <a:off x="468034" y="5725431"/>
            <a:ext cx="4520235" cy="176302"/>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400"/>
              </a:spcAft>
              <a:buClr>
                <a:srgbClr val="006334"/>
              </a:buClr>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Hyland solutions: </a:t>
            </a:r>
            <a:br>
              <a:rPr kumimoji="0" lang="en-US" sz="1400" b="0" i="0" u="none" strike="noStrike" kern="1200" cap="none" spc="0" normalizeH="0" baseline="0" noProof="0" dirty="0">
                <a:ln>
                  <a:noFill/>
                </a:ln>
                <a:solidFill>
                  <a:schemeClr val="bg2"/>
                </a:solidFill>
                <a:effectLst/>
                <a:uLnTx/>
                <a:uFillTx/>
                <a:latin typeface="+mn-lt"/>
                <a:ea typeface="+mn-ea"/>
                <a:cs typeface="+mn-cs"/>
              </a:rPr>
            </a:br>
            <a:endParaRPr kumimoji="0" lang="en-US" sz="1400" b="0" i="0" u="none" strike="noStrike" kern="1200" cap="none" spc="0" normalizeH="0" baseline="0" noProof="0" dirty="0">
              <a:ln>
                <a:noFill/>
              </a:ln>
              <a:solidFill>
                <a:schemeClr val="bg2"/>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550B5F79-BDBB-62F9-8589-35BFB1BFB808}"/>
              </a:ext>
            </a:extLst>
          </p:cNvPr>
          <p:cNvSpPr>
            <a:spLocks noGrp="1"/>
          </p:cNvSpPr>
          <p:nvPr>
            <p:ph type="body" sz="quarter" idx="13" hasCustomPrompt="1"/>
          </p:nvPr>
        </p:nvSpPr>
        <p:spPr>
          <a:xfrm>
            <a:off x="476250" y="1516063"/>
            <a:ext cx="5619750" cy="1912937"/>
          </a:xfrm>
        </p:spPr>
        <p:txBody>
          <a:bodyPr/>
          <a:lstStyle>
            <a:lvl1pPr marL="0" indent="0">
              <a:buFont typeface="Arial" panose="020B0604020202020204" pitchFamily="34" charset="0"/>
              <a:buChar char="​"/>
              <a:defRPr sz="1800">
                <a:solidFill>
                  <a:schemeClr val="accent1"/>
                </a:solidFill>
              </a:defRPr>
            </a:lvl1pPr>
            <a:lvl2pPr marL="230188" indent="-230188">
              <a:defRPr sz="1600"/>
            </a:lvl2pPr>
            <a:lvl3pPr marL="457200" indent="-227013">
              <a:defRPr sz="1400"/>
            </a:lvl3pPr>
            <a:lvl4pPr marL="457200" indent="-227013">
              <a:defRPr sz="1400"/>
            </a:lvl4pPr>
            <a:lvl5pPr marL="457200" indent="-227013">
              <a:defRPr sz="1400"/>
            </a:lvl5pPr>
          </a:lstStyle>
          <a:p>
            <a:pPr lvl="0"/>
            <a:r>
              <a:rPr lang="en-US" dirty="0"/>
              <a:t>[Add headline “Challenge”] “Enter” + “Tab” to add text/lists.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01B24482-B05F-BEBD-EAE9-32A34CC2ADC6}"/>
              </a:ext>
            </a:extLst>
          </p:cNvPr>
          <p:cNvSpPr/>
          <p:nvPr userDrawn="1"/>
        </p:nvSpPr>
        <p:spPr>
          <a:xfrm>
            <a:off x="7702659" y="2792237"/>
            <a:ext cx="4500491" cy="3386314"/>
          </a:xfrm>
          <a:prstGeom prst="rect">
            <a:avLst/>
          </a:prstGeom>
          <a:gradFill flip="none" rotWithShape="1">
            <a:gsLst>
              <a:gs pos="0">
                <a:schemeClr val="bg2">
                  <a:lumMod val="50000"/>
                </a:schemeClr>
              </a:gs>
              <a:gs pos="98000">
                <a:schemeClr val="bg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274320" rIns="365760" rtlCol="0" anchor="t"/>
          <a:lstStyle/>
          <a:p>
            <a:pPr marL="0" marR="0" lvl="0" indent="0" defTabSz="914400" rtl="0" eaLnBrk="1" fontAlgn="auto" latinLnBrk="0" hangingPunct="1">
              <a:lnSpc>
                <a:spcPct val="100000"/>
              </a:lnSpc>
              <a:spcBef>
                <a:spcPts val="0"/>
              </a:spcBef>
              <a:spcAft>
                <a:spcPts val="600"/>
              </a:spcAft>
              <a:buClrTx/>
              <a:buSzTx/>
              <a:buFontTx/>
              <a:buNone/>
              <a:tabLst/>
              <a:defRPr/>
            </a:pPr>
            <a:endParaRPr kumimoji="0" lang="en-US" sz="2400" b="0" u="none" strike="noStrike" kern="1200" cap="none" spc="0" normalizeH="0" baseline="0" noProof="0" dirty="0">
              <a:ln>
                <a:noFill/>
              </a:ln>
              <a:solidFill>
                <a:schemeClr val="accent5">
                  <a:lumMod val="60000"/>
                  <a:lumOff val="40000"/>
                </a:schemeClr>
              </a:solidFill>
              <a:effectLst/>
              <a:uLnTx/>
              <a:uFillTx/>
              <a:latin typeface="+mn-lt"/>
              <a:ea typeface="+mn-ea"/>
              <a:cs typeface="+mn-cs"/>
            </a:endParaRPr>
          </a:p>
        </p:txBody>
      </p:sp>
      <p:sp>
        <p:nvSpPr>
          <p:cNvPr id="20" name="Text Placeholder 8">
            <a:extLst>
              <a:ext uri="{FF2B5EF4-FFF2-40B4-BE49-F238E27FC236}">
                <a16:creationId xmlns:a16="http://schemas.microsoft.com/office/drawing/2014/main" id="{294C6379-6419-903A-1C4E-462DC5523B85}"/>
              </a:ext>
            </a:extLst>
          </p:cNvPr>
          <p:cNvSpPr>
            <a:spLocks noGrp="1"/>
          </p:cNvSpPr>
          <p:nvPr>
            <p:ph type="body" sz="quarter" idx="15" hasCustomPrompt="1"/>
          </p:nvPr>
        </p:nvSpPr>
        <p:spPr>
          <a:xfrm>
            <a:off x="476250" y="3573227"/>
            <a:ext cx="5619750" cy="1912937"/>
          </a:xfrm>
        </p:spPr>
        <p:txBody>
          <a:bodyPr/>
          <a:lstStyle>
            <a:lvl1pPr marL="0" indent="0">
              <a:buFont typeface="Arial" panose="020B0604020202020204" pitchFamily="34" charset="0"/>
              <a:buChar char="​"/>
              <a:defRPr sz="1800">
                <a:solidFill>
                  <a:schemeClr val="accent1"/>
                </a:solidFill>
              </a:defRPr>
            </a:lvl1pPr>
            <a:lvl2pPr marL="230188" indent="-230188">
              <a:defRPr sz="1600"/>
            </a:lvl2pPr>
            <a:lvl3pPr marL="457200" indent="-227013">
              <a:defRPr sz="1400"/>
            </a:lvl3pPr>
            <a:lvl4pPr marL="457200" indent="-227013">
              <a:defRPr sz="1400"/>
            </a:lvl4pPr>
            <a:lvl5pPr marL="457200" indent="-227013">
              <a:defRPr sz="1400"/>
            </a:lvl5pPr>
          </a:lstStyle>
          <a:p>
            <a:pPr lvl="0"/>
            <a:r>
              <a:rPr lang="en-US" dirty="0"/>
              <a:t>[Add headline “Solution/Results”] “Enter” + “Tab” to add text/lists.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21">
            <a:extLst>
              <a:ext uri="{FF2B5EF4-FFF2-40B4-BE49-F238E27FC236}">
                <a16:creationId xmlns:a16="http://schemas.microsoft.com/office/drawing/2014/main" id="{D748F6C9-02C2-5D42-86B3-B91C65D4474F}"/>
              </a:ext>
            </a:extLst>
          </p:cNvPr>
          <p:cNvSpPr>
            <a:spLocks noGrp="1"/>
          </p:cNvSpPr>
          <p:nvPr>
            <p:ph type="body" sz="quarter" idx="16" hasCustomPrompt="1"/>
          </p:nvPr>
        </p:nvSpPr>
        <p:spPr>
          <a:xfrm>
            <a:off x="7876527" y="2995657"/>
            <a:ext cx="4107491" cy="3000816"/>
          </a:xfrm>
        </p:spPr>
        <p:txBody>
          <a:bodyPr/>
          <a:lstStyle>
            <a:lvl1pPr marL="0" indent="0">
              <a:buFontTx/>
              <a:buNone/>
              <a:defRPr>
                <a:solidFill>
                  <a:schemeClr val="accent3">
                    <a:lumMod val="60000"/>
                    <a:lumOff val="40000"/>
                  </a:schemeClr>
                </a:solidFill>
              </a:defRPr>
            </a:lvl1pPr>
            <a:lvl2pPr marL="0" indent="0">
              <a:buFontTx/>
              <a:buNone/>
              <a:defRPr>
                <a:solidFill>
                  <a:schemeClr val="accent3">
                    <a:lumMod val="60000"/>
                    <a:lumOff val="40000"/>
                  </a:schemeClr>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[Add quote/text]</a:t>
            </a:r>
          </a:p>
          <a:p>
            <a:pPr lvl="1"/>
            <a:endParaRPr lang="en-US" dirty="0"/>
          </a:p>
        </p:txBody>
      </p:sp>
      <p:sp>
        <p:nvSpPr>
          <p:cNvPr id="23" name="Text Placeholder 21">
            <a:extLst>
              <a:ext uri="{FF2B5EF4-FFF2-40B4-BE49-F238E27FC236}">
                <a16:creationId xmlns:a16="http://schemas.microsoft.com/office/drawing/2014/main" id="{1C3C8FF3-0079-4EEC-0514-704907C8BDA5}"/>
              </a:ext>
            </a:extLst>
          </p:cNvPr>
          <p:cNvSpPr>
            <a:spLocks noGrp="1"/>
          </p:cNvSpPr>
          <p:nvPr>
            <p:ph type="body" sz="quarter" idx="17" hasCustomPrompt="1"/>
          </p:nvPr>
        </p:nvSpPr>
        <p:spPr>
          <a:xfrm>
            <a:off x="476250" y="5941829"/>
            <a:ext cx="4107491" cy="195038"/>
          </a:xfrm>
        </p:spPr>
        <p:txBody>
          <a:bodyPr/>
          <a:lstStyle>
            <a:lvl1pPr marL="0" indent="0">
              <a:buFontTx/>
              <a:buNone/>
              <a:defRPr sz="1400" b="1">
                <a:solidFill>
                  <a:schemeClr val="bg2"/>
                </a:solidFill>
              </a:defRPr>
            </a:lvl1pPr>
            <a:lvl2pPr marL="0" indent="0">
              <a:buFontTx/>
              <a:buNone/>
              <a:defRPr sz="1200" b="1">
                <a:solidFill>
                  <a:schemeClr val="bg2"/>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[Add samples]</a:t>
            </a:r>
          </a:p>
          <a:p>
            <a:pPr lvl="1"/>
            <a:endParaRPr lang="en-US" dirty="0"/>
          </a:p>
        </p:txBody>
      </p:sp>
      <p:sp>
        <p:nvSpPr>
          <p:cNvPr id="24" name="Title 23">
            <a:extLst>
              <a:ext uri="{FF2B5EF4-FFF2-40B4-BE49-F238E27FC236}">
                <a16:creationId xmlns:a16="http://schemas.microsoft.com/office/drawing/2014/main" id="{D7869B03-E7AA-78D6-6301-F0622AB663F7}"/>
              </a:ext>
            </a:extLst>
          </p:cNvPr>
          <p:cNvSpPr>
            <a:spLocks noGrp="1"/>
          </p:cNvSpPr>
          <p:nvPr>
            <p:ph type="title" hasCustomPrompt="1"/>
          </p:nvPr>
        </p:nvSpPr>
        <p:spPr/>
        <p:txBody>
          <a:bodyPr/>
          <a:lstStyle>
            <a:lvl1pPr>
              <a:defRPr/>
            </a:lvl1pPr>
          </a:lstStyle>
          <a:p>
            <a:r>
              <a:rPr lang="en-US" dirty="0"/>
              <a:t>[Add Customer / Project Name] </a:t>
            </a:r>
          </a:p>
        </p:txBody>
      </p:sp>
    </p:spTree>
    <p:extLst>
      <p:ext uri="{BB962C8B-B14F-4D97-AF65-F5344CB8AC3E}">
        <p14:creationId xmlns:p14="http://schemas.microsoft.com/office/powerpoint/2010/main" val="2235773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47"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10" presetClass="entr" presetSubtype="0" fill="hold" nodeType="afterEffect" nodePh="1">
                                  <p:stCondLst>
                                    <p:cond delay="0"/>
                                  </p:stCondLst>
                                  <p:endCondLst>
                                    <p:cond evt="begin" delay="0">
                                      <p:tn val="15"/>
                                    </p:cond>
                                  </p:endCondLst>
                                  <p:childTnLst>
                                    <p:set>
                                      <p:cBhvr>
                                        <p:cTn id="16" dur="1" fill="hold">
                                          <p:stCondLst>
                                            <p:cond delay="0"/>
                                          </p:stCondLst>
                                        </p:cTn>
                                        <p:tgtEl>
                                          <p:spTgt spid="19">
                                            <p:txEl>
                                              <p:pRg st="0" end="0"/>
                                            </p:txEl>
                                          </p:spTgt>
                                        </p:tgtEl>
                                        <p:attrNameLst>
                                          <p:attrName>style.visibility</p:attrName>
                                        </p:attrNameLst>
                                      </p:cBhvr>
                                      <p:to>
                                        <p:strVal val="visible"/>
                                      </p:to>
                                    </p:set>
                                    <p:animEffect transition="in" filter="fade">
                                      <p:cBhvr>
                                        <p:cTn id="17"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CF565-4953-EEA2-EB6B-C516674974C2}"/>
              </a:ext>
            </a:extLst>
          </p:cNvPr>
          <p:cNvPicPr>
            <a:picLocks noChangeAspect="1"/>
          </p:cNvPicPr>
          <p:nvPr userDrawn="1"/>
        </p:nvPicPr>
        <p:blipFill>
          <a:blip r:embed="rId2"/>
          <a:stretch>
            <a:fillRect/>
          </a:stretch>
        </p:blipFill>
        <p:spPr>
          <a:xfrm>
            <a:off x="0" y="0"/>
            <a:ext cx="12192000" cy="6973823"/>
          </a:xfrm>
          <a:prstGeom prst="rect">
            <a:avLst/>
          </a:prstGeom>
        </p:spPr>
      </p:pic>
      <p:sp>
        <p:nvSpPr>
          <p:cNvPr id="3" name="TextBox 2">
            <a:extLst>
              <a:ext uri="{FF2B5EF4-FFF2-40B4-BE49-F238E27FC236}">
                <a16:creationId xmlns:a16="http://schemas.microsoft.com/office/drawing/2014/main" id="{713C3066-A125-B689-CCE0-BEA33A5642D8}"/>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177034501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0" name="Text Placeholder 21">
            <a:extLst>
              <a:ext uri="{FF2B5EF4-FFF2-40B4-BE49-F238E27FC236}">
                <a16:creationId xmlns:a16="http://schemas.microsoft.com/office/drawing/2014/main" id="{95DDFDC7-3BB0-1347-C018-2B1E04E505BA}"/>
              </a:ext>
            </a:extLst>
          </p:cNvPr>
          <p:cNvSpPr>
            <a:spLocks noGrp="1"/>
          </p:cNvSpPr>
          <p:nvPr>
            <p:ph type="body" sz="quarter" idx="16" hasCustomPrompt="1"/>
          </p:nvPr>
        </p:nvSpPr>
        <p:spPr>
          <a:xfrm>
            <a:off x="801585" y="5950119"/>
            <a:ext cx="3862166" cy="307777"/>
          </a:xfrm>
          <a:solidFill>
            <a:schemeClr val="tx2">
              <a:alpha val="25000"/>
            </a:schemeClr>
          </a:solidFill>
        </p:spPr>
        <p:txBody>
          <a:bodyPr lIns="91440" rIns="91440" anchor="ctr"/>
          <a:lstStyle>
            <a:lvl1pPr marL="0" indent="0">
              <a:buFontTx/>
              <a:buNone/>
              <a:defRPr sz="1400" b="1">
                <a:solidFill>
                  <a:schemeClr val="accent1"/>
                </a:solidFill>
                <a:latin typeface="+mj-lt"/>
              </a:defRPr>
            </a:lvl1pPr>
            <a:lvl2pPr marL="0" indent="0">
              <a:buFontTx/>
              <a:buNone/>
              <a:defRPr>
                <a:solidFill>
                  <a:schemeClr val="accent3">
                    <a:lumMod val="60000"/>
                    <a:lumOff val="40000"/>
                  </a:schemeClr>
                </a:solidFill>
              </a:defRPr>
            </a:lvl2pPr>
            <a:lvl3pPr marL="0" indent="0">
              <a:buFontTx/>
              <a:buNone/>
              <a:defRPr>
                <a:solidFill>
                  <a:schemeClr val="accent3">
                    <a:lumMod val="60000"/>
                    <a:lumOff val="40000"/>
                  </a:schemeClr>
                </a:solidFill>
              </a:defRPr>
            </a:lvl3pPr>
            <a:lvl4pPr marL="0" indent="0">
              <a:buFontTx/>
              <a:buNone/>
              <a:defRPr>
                <a:solidFill>
                  <a:schemeClr val="accent3">
                    <a:lumMod val="60000"/>
                    <a:lumOff val="40000"/>
                  </a:schemeClr>
                </a:solidFill>
              </a:defRPr>
            </a:lvl4pPr>
            <a:lvl5pPr marL="0" indent="0">
              <a:buFontTx/>
              <a:buNone/>
              <a:defRPr>
                <a:solidFill>
                  <a:schemeClr val="accent3">
                    <a:lumMod val="60000"/>
                    <a:lumOff val="40000"/>
                  </a:schemeClr>
                </a:solidFill>
              </a:defRPr>
            </a:lvl5pPr>
          </a:lstStyle>
          <a:p>
            <a:pPr lvl="0"/>
            <a:r>
              <a:rPr lang="en-US" dirty="0"/>
              <a:t>[Text/Beta:]</a:t>
            </a:r>
          </a:p>
        </p:txBody>
      </p:sp>
      <p:pic>
        <p:nvPicPr>
          <p:cNvPr id="20" name="Picture 19">
            <a:extLst>
              <a:ext uri="{FF2B5EF4-FFF2-40B4-BE49-F238E27FC236}">
                <a16:creationId xmlns:a16="http://schemas.microsoft.com/office/drawing/2014/main" id="{0F85D894-C5A6-D47B-DD81-DBD58D73A0B0}"/>
              </a:ext>
            </a:extLst>
          </p:cNvPr>
          <p:cNvPicPr>
            <a:picLocks noChangeAspect="1"/>
          </p:cNvPicPr>
          <p:nvPr userDrawn="1"/>
        </p:nvPicPr>
        <p:blipFill>
          <a:blip r:embed="rId2"/>
          <a:srcRect r="36989" b="789"/>
          <a:stretch>
            <a:fillRect/>
          </a:stretch>
        </p:blipFill>
        <p:spPr>
          <a:xfrm>
            <a:off x="4964290" y="-38786"/>
            <a:ext cx="7227711" cy="6896786"/>
          </a:xfrm>
          <a:custGeom>
            <a:avLst/>
            <a:gdLst>
              <a:gd name="connsiteX0" fmla="*/ 0 w 7227711"/>
              <a:gd name="connsiteY0" fmla="*/ 0 h 6896786"/>
              <a:gd name="connsiteX1" fmla="*/ 802030 w 7227711"/>
              <a:gd name="connsiteY1" fmla="*/ 0 h 6896786"/>
              <a:gd name="connsiteX2" fmla="*/ 802030 w 7227711"/>
              <a:gd name="connsiteY2" fmla="*/ 38787 h 6896786"/>
              <a:gd name="connsiteX3" fmla="*/ 7227711 w 7227711"/>
              <a:gd name="connsiteY3" fmla="*/ 38787 h 6896786"/>
              <a:gd name="connsiteX4" fmla="*/ 7227711 w 7227711"/>
              <a:gd name="connsiteY4" fmla="*/ 6896786 h 6896786"/>
              <a:gd name="connsiteX5" fmla="*/ 0 w 7227711"/>
              <a:gd name="connsiteY5" fmla="*/ 6896786 h 6896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27711" h="6896786">
                <a:moveTo>
                  <a:pt x="0" y="0"/>
                </a:moveTo>
                <a:lnTo>
                  <a:pt x="802030" y="0"/>
                </a:lnTo>
                <a:lnTo>
                  <a:pt x="802030" y="38787"/>
                </a:lnTo>
                <a:lnTo>
                  <a:pt x="7227711" y="38787"/>
                </a:lnTo>
                <a:lnTo>
                  <a:pt x="7227711" y="6896786"/>
                </a:lnTo>
                <a:lnTo>
                  <a:pt x="0" y="6896786"/>
                </a:lnTo>
                <a:close/>
              </a:path>
            </a:pathLst>
          </a:custGeom>
        </p:spPr>
      </p:pic>
      <p:sp>
        <p:nvSpPr>
          <p:cNvPr id="3" name="Date Placeholder 2">
            <a:extLst>
              <a:ext uri="{FF2B5EF4-FFF2-40B4-BE49-F238E27FC236}">
                <a16:creationId xmlns:a16="http://schemas.microsoft.com/office/drawing/2014/main" id="{D989B83C-2E49-C184-ACF3-04622CFEA33D}"/>
              </a:ext>
            </a:extLst>
          </p:cNvPr>
          <p:cNvSpPr>
            <a:spLocks noGrp="1"/>
          </p:cNvSpPr>
          <p:nvPr>
            <p:ph type="dt" sz="half" idx="10"/>
          </p:nvPr>
        </p:nvSpPr>
        <p:spPr/>
        <p:txBody>
          <a:bodyPr/>
          <a:lstStyle/>
          <a:p>
            <a:fld id="{FC20275D-F658-4E7A-AD9A-D9F0445659BB}" type="datetime1">
              <a:rPr lang="en-US" smtClean="0"/>
              <a:pPr/>
              <a:t>10/8/26</a:t>
            </a:fld>
            <a:endParaRPr lang="en-US"/>
          </a:p>
        </p:txBody>
      </p:sp>
      <p:sp>
        <p:nvSpPr>
          <p:cNvPr id="4" name="Footer Placeholder 3">
            <a:extLst>
              <a:ext uri="{FF2B5EF4-FFF2-40B4-BE49-F238E27FC236}">
                <a16:creationId xmlns:a16="http://schemas.microsoft.com/office/drawing/2014/main" id="{45FBC1A6-E324-D2B9-316F-BC07573F28A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B71BDE1-D532-580D-81C2-B67F912A7D81}"/>
              </a:ext>
            </a:extLst>
          </p:cNvPr>
          <p:cNvSpPr>
            <a:spLocks noGrp="1"/>
          </p:cNvSpPr>
          <p:nvPr>
            <p:ph type="sldNum" sz="quarter" idx="12"/>
          </p:nvPr>
        </p:nvSpPr>
        <p:spPr/>
        <p:txBody>
          <a:bodyPr/>
          <a:lstStyle/>
          <a:p>
            <a:fld id="{16C30856-2FD0-40BB-988B-8BB8612257E2}" type="slidenum">
              <a:rPr lang="en-US" smtClean="0"/>
              <a:pPr/>
              <a:t>‹#›</a:t>
            </a:fld>
            <a:endParaRPr lang="en-US"/>
          </a:p>
        </p:txBody>
      </p:sp>
      <p:pic>
        <p:nvPicPr>
          <p:cNvPr id="8" name="Picture 7" descr="A blue and green square with a black background&#10;&#10;AI-generated content may be incorrect.">
            <a:extLst>
              <a:ext uri="{FF2B5EF4-FFF2-40B4-BE49-F238E27FC236}">
                <a16:creationId xmlns:a16="http://schemas.microsoft.com/office/drawing/2014/main" id="{59811D45-AF26-3D81-8CE5-24BAB9F14966}"/>
              </a:ext>
            </a:extLst>
          </p:cNvPr>
          <p:cNvPicPr>
            <a:picLocks noChangeAspect="1"/>
          </p:cNvPicPr>
          <p:nvPr userDrawn="1"/>
        </p:nvPicPr>
        <p:blipFill>
          <a:blip r:embed="rId3" cstate="print">
            <a:alphaModFix amt="61000"/>
            <a:extLst>
              <a:ext uri="{28A0092B-C50C-407E-A947-70E740481C1C}">
                <a14:useLocalDpi xmlns:a14="http://schemas.microsoft.com/office/drawing/2010/main"/>
              </a:ext>
            </a:extLst>
          </a:blip>
          <a:srcRect/>
          <a:stretch/>
        </p:blipFill>
        <p:spPr>
          <a:xfrm rot="10800000">
            <a:off x="-2" y="6057852"/>
            <a:ext cx="819695" cy="108773"/>
          </a:xfrm>
          <a:prstGeom prst="rect">
            <a:avLst/>
          </a:prstGeom>
        </p:spPr>
      </p:pic>
      <p:pic>
        <p:nvPicPr>
          <p:cNvPr id="22" name="Picture 21">
            <a:extLst>
              <a:ext uri="{FF2B5EF4-FFF2-40B4-BE49-F238E27FC236}">
                <a16:creationId xmlns:a16="http://schemas.microsoft.com/office/drawing/2014/main" id="{1E045AB6-05ED-BC6B-B04D-0DB766EE9D92}"/>
              </a:ext>
            </a:extLst>
          </p:cNvPr>
          <p:cNvPicPr>
            <a:picLocks noChangeAspect="1"/>
          </p:cNvPicPr>
          <p:nvPr userDrawn="1"/>
        </p:nvPicPr>
        <p:blipFill>
          <a:blip r:embed="rId4"/>
          <a:srcRect b="47139"/>
          <a:stretch/>
        </p:blipFill>
        <p:spPr>
          <a:xfrm>
            <a:off x="5510067" y="1530391"/>
            <a:ext cx="6022804" cy="5327609"/>
          </a:xfrm>
          <a:prstGeom prst="rect">
            <a:avLst/>
          </a:prstGeom>
        </p:spPr>
      </p:pic>
      <p:sp>
        <p:nvSpPr>
          <p:cNvPr id="23" name="Freeform 9">
            <a:extLst>
              <a:ext uri="{FF2B5EF4-FFF2-40B4-BE49-F238E27FC236}">
                <a16:creationId xmlns:a16="http://schemas.microsoft.com/office/drawing/2014/main" id="{D05A36BD-4EC2-0C61-ED09-0ACF30652B9F}"/>
              </a:ext>
            </a:extLst>
          </p:cNvPr>
          <p:cNvSpPr/>
          <p:nvPr userDrawn="1"/>
        </p:nvSpPr>
        <p:spPr>
          <a:xfrm>
            <a:off x="0" y="537210"/>
            <a:ext cx="10447020" cy="617221"/>
          </a:xfrm>
          <a:custGeom>
            <a:avLst/>
            <a:gdLst>
              <a:gd name="connsiteX0" fmla="*/ 0 w 10447020"/>
              <a:gd name="connsiteY0" fmla="*/ 0 h 617221"/>
              <a:gd name="connsiteX1" fmla="*/ 685799 w 10447020"/>
              <a:gd name="connsiteY1" fmla="*/ 0 h 617221"/>
              <a:gd name="connsiteX2" fmla="*/ 9761221 w 10447020"/>
              <a:gd name="connsiteY2" fmla="*/ 0 h 617221"/>
              <a:gd name="connsiteX3" fmla="*/ 10447020 w 10447020"/>
              <a:gd name="connsiteY3" fmla="*/ 0 h 617221"/>
              <a:gd name="connsiteX4" fmla="*/ 10084440 w 10447020"/>
              <a:gd name="connsiteY4" fmla="*/ 617221 h 617221"/>
              <a:gd name="connsiteX5" fmla="*/ 9398641 w 10447020"/>
              <a:gd name="connsiteY5" fmla="*/ 617221 h 617221"/>
              <a:gd name="connsiteX6" fmla="*/ 685799 w 10447020"/>
              <a:gd name="connsiteY6" fmla="*/ 617221 h 617221"/>
              <a:gd name="connsiteX7" fmla="*/ 0 w 10447020"/>
              <a:gd name="connsiteY7" fmla="*/ 617221 h 617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7020" h="617221">
                <a:moveTo>
                  <a:pt x="0" y="0"/>
                </a:moveTo>
                <a:lnTo>
                  <a:pt x="685799" y="0"/>
                </a:lnTo>
                <a:lnTo>
                  <a:pt x="9761221" y="0"/>
                </a:lnTo>
                <a:lnTo>
                  <a:pt x="10447020" y="0"/>
                </a:lnTo>
                <a:lnTo>
                  <a:pt x="10084440" y="617221"/>
                </a:lnTo>
                <a:lnTo>
                  <a:pt x="9398641" y="617221"/>
                </a:lnTo>
                <a:lnTo>
                  <a:pt x="685799" y="617221"/>
                </a:lnTo>
                <a:lnTo>
                  <a:pt x="0" y="617221"/>
                </a:lnTo>
                <a:close/>
              </a:path>
            </a:pathLst>
          </a:custGeom>
          <a:gradFill flip="none" rotWithShape="1">
            <a:gsLst>
              <a:gs pos="0">
                <a:srgbClr val="13EAC1"/>
              </a:gs>
              <a:gs pos="77000">
                <a:srgbClr val="6E33FF"/>
              </a:gs>
            </a:gsLst>
            <a:lin ang="18000000" scaled="0"/>
            <a:tileRect/>
          </a:gradFill>
          <a:ln w="19050" cap="flat" cmpd="sng" algn="ctr">
            <a:noFill/>
            <a:prstDash val="solid"/>
            <a:miter lim="800000"/>
          </a:ln>
          <a:effectLst/>
        </p:spPr>
        <p:txBody>
          <a:bodyPr wrap="square" rtlCol="0" anchor="ctr">
            <a:noAutofit/>
          </a:bodyPr>
          <a:lstStyle/>
          <a:p>
            <a:pPr marL="0" marR="0" lvl="0" indent="0" algn="ctr" defTabSz="200470" eaLnBrk="1" fontAlgn="auto" latinLnBrk="0" hangingPunct="1">
              <a:lnSpc>
                <a:spcPct val="100000"/>
              </a:lnSpc>
              <a:spcBef>
                <a:spcPts val="0"/>
              </a:spcBef>
              <a:spcAft>
                <a:spcPts val="0"/>
              </a:spcAft>
              <a:buClrTx/>
              <a:buSzTx/>
              <a:buFontTx/>
              <a:buNone/>
              <a:tabLst/>
              <a:defRPr/>
            </a:pPr>
            <a:endParaRPr kumimoji="0" lang="en-US" sz="411" b="0" i="0" u="none" strike="noStrike" kern="0" cap="none" spc="0" normalizeH="0" baseline="0" noProof="0" dirty="0">
              <a:ln>
                <a:noFill/>
              </a:ln>
              <a:solidFill>
                <a:srgbClr val="F4F6FE"/>
              </a:solidFill>
              <a:effectLst/>
              <a:uLnTx/>
              <a:uFillTx/>
              <a:latin typeface="+mj-lt"/>
              <a:ea typeface="+mn-ea"/>
              <a:cs typeface="+mn-cs"/>
            </a:endParaRPr>
          </a:p>
        </p:txBody>
      </p:sp>
      <p:sp>
        <p:nvSpPr>
          <p:cNvPr id="2" name="Title 1">
            <a:extLst>
              <a:ext uri="{FF2B5EF4-FFF2-40B4-BE49-F238E27FC236}">
                <a16:creationId xmlns:a16="http://schemas.microsoft.com/office/drawing/2014/main" id="{F9305455-0959-C32E-D147-7E2BC23644BB}"/>
              </a:ext>
            </a:extLst>
          </p:cNvPr>
          <p:cNvSpPr>
            <a:spLocks noGrp="1"/>
          </p:cNvSpPr>
          <p:nvPr>
            <p:ph type="title"/>
          </p:nvPr>
        </p:nvSpPr>
        <p:spPr>
          <a:xfrm>
            <a:off x="476655" y="624033"/>
            <a:ext cx="9482218" cy="478919"/>
          </a:xfrm>
          <a:noFill/>
        </p:spPr>
        <p:txBody>
          <a:bodyPr/>
          <a:lstStyle/>
          <a:p>
            <a:r>
              <a:rPr lang="en-US"/>
              <a:t>Click to edit Master title style</a:t>
            </a:r>
          </a:p>
        </p:txBody>
      </p:sp>
      <p:sp>
        <p:nvSpPr>
          <p:cNvPr id="27" name="Content Placeholder 26">
            <a:extLst>
              <a:ext uri="{FF2B5EF4-FFF2-40B4-BE49-F238E27FC236}">
                <a16:creationId xmlns:a16="http://schemas.microsoft.com/office/drawing/2014/main" id="{CF737E81-0EE6-9397-0495-996F0308E78B}"/>
              </a:ext>
            </a:extLst>
          </p:cNvPr>
          <p:cNvSpPr>
            <a:spLocks noGrp="1"/>
          </p:cNvSpPr>
          <p:nvPr>
            <p:ph sz="quarter" idx="13"/>
          </p:nvPr>
        </p:nvSpPr>
        <p:spPr>
          <a:xfrm>
            <a:off x="476250" y="1516064"/>
            <a:ext cx="4487863" cy="41009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Picture Placeholder 28">
            <a:extLst>
              <a:ext uri="{FF2B5EF4-FFF2-40B4-BE49-F238E27FC236}">
                <a16:creationId xmlns:a16="http://schemas.microsoft.com/office/drawing/2014/main" id="{AE7DC570-2058-D416-F8B3-C886A5D0C67F}"/>
              </a:ext>
            </a:extLst>
          </p:cNvPr>
          <p:cNvSpPr>
            <a:spLocks noGrp="1"/>
          </p:cNvSpPr>
          <p:nvPr>
            <p:ph type="pic" sz="quarter" idx="14" hasCustomPrompt="1"/>
          </p:nvPr>
        </p:nvSpPr>
        <p:spPr>
          <a:xfrm>
            <a:off x="5710238" y="1730375"/>
            <a:ext cx="5616575" cy="3395663"/>
          </a:xfrm>
        </p:spPr>
        <p:txBody>
          <a:bodyPr lIns="182880" rIns="182880" anchor="ctr"/>
          <a:lstStyle>
            <a:lvl1pPr marL="0" indent="0" algn="ctr">
              <a:buNone/>
              <a:defRPr>
                <a:solidFill>
                  <a:schemeClr val="bg2"/>
                </a:solidFill>
              </a:defRPr>
            </a:lvl1pPr>
          </a:lstStyle>
          <a:p>
            <a:r>
              <a:rPr lang="en-US" dirty="0"/>
              <a:t>Click to add or drop screen shot into placeholder or remove and adjust to screen manually. </a:t>
            </a:r>
          </a:p>
        </p:txBody>
      </p:sp>
    </p:spTree>
    <p:extLst>
      <p:ext uri="{BB962C8B-B14F-4D97-AF65-F5344CB8AC3E}">
        <p14:creationId xmlns:p14="http://schemas.microsoft.com/office/powerpoint/2010/main" val="417474833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3CD73B-97C6-61EC-23DC-9F071ED7FB11}"/>
              </a:ext>
            </a:extLst>
          </p:cNvPr>
          <p:cNvPicPr>
            <a:picLocks noChangeAspect="1"/>
          </p:cNvPicPr>
          <p:nvPr userDrawn="1"/>
        </p:nvPicPr>
        <p:blipFill>
          <a:blip r:embed="rId2"/>
          <a:srcRect r="3007"/>
          <a:stretch/>
        </p:blipFill>
        <p:spPr>
          <a:xfrm>
            <a:off x="-1" y="0"/>
            <a:ext cx="12192001" cy="6858000"/>
          </a:xfrm>
          <a:prstGeom prst="rect">
            <a:avLst/>
          </a:prstGeom>
        </p:spPr>
      </p:pic>
      <p:sp>
        <p:nvSpPr>
          <p:cNvPr id="3" name="TextBox 2">
            <a:extLst>
              <a:ext uri="{FF2B5EF4-FFF2-40B4-BE49-F238E27FC236}">
                <a16:creationId xmlns:a16="http://schemas.microsoft.com/office/drawing/2014/main" id="{BC14978E-603E-B460-5989-B92B27334DFA}"/>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59087403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creenshot Purp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4655B9-DCA3-A7C3-FC59-4286C9A8F237}"/>
              </a:ext>
            </a:extLst>
          </p:cNvPr>
          <p:cNvSpPr>
            <a:spLocks noGrp="1"/>
          </p:cNvSpPr>
          <p:nvPr>
            <p:ph type="pic" sz="quarter" idx="10"/>
          </p:nvPr>
        </p:nvSpPr>
        <p:spPr>
          <a:xfrm>
            <a:off x="0" y="0"/>
            <a:ext cx="12192000" cy="6063341"/>
          </a:xfrm>
          <a:prstGeom prst="rect">
            <a:avLst/>
          </a:prstGeom>
          <a:solidFill>
            <a:schemeClr val="tx1">
              <a:lumMod val="85000"/>
            </a:schemeClr>
          </a:solidFill>
        </p:spPr>
        <p:txBody>
          <a:bodyPr anchor="ct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14" name="Text Placeholder 13">
            <a:extLst>
              <a:ext uri="{FF2B5EF4-FFF2-40B4-BE49-F238E27FC236}">
                <a16:creationId xmlns:a16="http://schemas.microsoft.com/office/drawing/2014/main" id="{0CBFF214-8D97-F164-CD81-66A3108F7755}"/>
              </a:ext>
            </a:extLst>
          </p:cNvPr>
          <p:cNvSpPr>
            <a:spLocks noGrp="1"/>
          </p:cNvSpPr>
          <p:nvPr>
            <p:ph type="body" sz="quarter" idx="11" hasCustomPrompt="1"/>
          </p:nvPr>
        </p:nvSpPr>
        <p:spPr>
          <a:xfrm>
            <a:off x="0" y="6063343"/>
            <a:ext cx="12192000" cy="794657"/>
          </a:xfrm>
          <a:custGeom>
            <a:avLst/>
            <a:gdLst>
              <a:gd name="connsiteX0" fmla="*/ 11328349 w 12192000"/>
              <a:gd name="connsiteY0" fmla="*/ 391876 h 794657"/>
              <a:gd name="connsiteX1" fmla="*/ 11260238 w 12192000"/>
              <a:gd name="connsiteY1" fmla="*/ 511136 h 794657"/>
              <a:gd name="connsiteX2" fmla="*/ 11339126 w 12192000"/>
              <a:gd name="connsiteY2" fmla="*/ 511136 h 794657"/>
              <a:gd name="connsiteX3" fmla="*/ 11407237 w 12192000"/>
              <a:gd name="connsiteY3" fmla="*/ 391876 h 794657"/>
              <a:gd name="connsiteX4" fmla="*/ 11633205 w 12192000"/>
              <a:gd name="connsiteY4" fmla="*/ 272665 h 794657"/>
              <a:gd name="connsiteX5" fmla="*/ 11565087 w 12192000"/>
              <a:gd name="connsiteY5" fmla="*/ 391940 h 794657"/>
              <a:gd name="connsiteX6" fmla="*/ 11486199 w 12192000"/>
              <a:gd name="connsiteY6" fmla="*/ 391940 h 794657"/>
              <a:gd name="connsiteX7" fmla="*/ 11418088 w 12192000"/>
              <a:gd name="connsiteY7" fmla="*/ 511204 h 794657"/>
              <a:gd name="connsiteX8" fmla="*/ 11496976 w 12192000"/>
              <a:gd name="connsiteY8" fmla="*/ 511204 h 794657"/>
              <a:gd name="connsiteX9" fmla="*/ 11565087 w 12192000"/>
              <a:gd name="connsiteY9" fmla="*/ 391940 h 794657"/>
              <a:gd name="connsiteX10" fmla="*/ 11643982 w 12192000"/>
              <a:gd name="connsiteY10" fmla="*/ 391940 h 794657"/>
              <a:gd name="connsiteX11" fmla="*/ 11712101 w 12192000"/>
              <a:gd name="connsiteY11" fmla="*/ 272665 h 794657"/>
              <a:gd name="connsiteX12" fmla="*/ 11475351 w 12192000"/>
              <a:gd name="connsiteY12" fmla="*/ 272593 h 794657"/>
              <a:gd name="connsiteX13" fmla="*/ 11407236 w 12192000"/>
              <a:gd name="connsiteY13" fmla="*/ 391853 h 794657"/>
              <a:gd name="connsiteX14" fmla="*/ 11486124 w 12192000"/>
              <a:gd name="connsiteY14" fmla="*/ 391853 h 794657"/>
              <a:gd name="connsiteX15" fmla="*/ 11554238 w 12192000"/>
              <a:gd name="connsiteY15" fmla="*/ 272593 h 794657"/>
              <a:gd name="connsiteX16" fmla="*/ 0 w 12192000"/>
              <a:gd name="connsiteY16" fmla="*/ 0 h 794657"/>
              <a:gd name="connsiteX17" fmla="*/ 12192000 w 12192000"/>
              <a:gd name="connsiteY17" fmla="*/ 0 h 794657"/>
              <a:gd name="connsiteX18" fmla="*/ 12192000 w 12192000"/>
              <a:gd name="connsiteY18" fmla="*/ 794657 h 794657"/>
              <a:gd name="connsiteX19" fmla="*/ 0 w 12192000"/>
              <a:gd name="connsiteY19" fmla="*/ 794657 h 79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794657">
                <a:moveTo>
                  <a:pt x="11328349" y="391876"/>
                </a:moveTo>
                <a:lnTo>
                  <a:pt x="11260238" y="511136"/>
                </a:lnTo>
                <a:lnTo>
                  <a:pt x="11339126" y="511136"/>
                </a:lnTo>
                <a:lnTo>
                  <a:pt x="11407237" y="391876"/>
                </a:lnTo>
                <a:close/>
                <a:moveTo>
                  <a:pt x="11633205" y="272665"/>
                </a:moveTo>
                <a:lnTo>
                  <a:pt x="11565087" y="391940"/>
                </a:lnTo>
                <a:lnTo>
                  <a:pt x="11486199" y="391940"/>
                </a:lnTo>
                <a:lnTo>
                  <a:pt x="11418088" y="511204"/>
                </a:lnTo>
                <a:lnTo>
                  <a:pt x="11496976" y="511204"/>
                </a:lnTo>
                <a:lnTo>
                  <a:pt x="11565087" y="391940"/>
                </a:lnTo>
                <a:lnTo>
                  <a:pt x="11643982" y="391940"/>
                </a:lnTo>
                <a:lnTo>
                  <a:pt x="11712101" y="272665"/>
                </a:lnTo>
                <a:close/>
                <a:moveTo>
                  <a:pt x="11475351" y="272593"/>
                </a:moveTo>
                <a:lnTo>
                  <a:pt x="11407236" y="391853"/>
                </a:lnTo>
                <a:lnTo>
                  <a:pt x="11486124" y="391853"/>
                </a:lnTo>
                <a:lnTo>
                  <a:pt x="11554238" y="272593"/>
                </a:lnTo>
                <a:close/>
                <a:moveTo>
                  <a:pt x="0" y="0"/>
                </a:moveTo>
                <a:lnTo>
                  <a:pt x="12192000" y="0"/>
                </a:lnTo>
                <a:lnTo>
                  <a:pt x="12192000" y="794657"/>
                </a:lnTo>
                <a:lnTo>
                  <a:pt x="0" y="794657"/>
                </a:lnTo>
                <a:close/>
              </a:path>
            </a:pathLst>
          </a:custGeom>
          <a:solidFill>
            <a:schemeClr val="accent2"/>
          </a:solidFill>
          <a:ln>
            <a:noFill/>
          </a:ln>
        </p:spPr>
        <p:txBody>
          <a:bodyPr wrap="square" lIns="548640" anchor="ctr">
            <a:noAutofit/>
          </a:bodyPr>
          <a:lstStyle>
            <a:lvl1pPr marL="0" indent="0" algn="l">
              <a:buFontTx/>
              <a:buNone/>
              <a:defRPr sz="2400">
                <a:solidFill>
                  <a:schemeClr val="tx1"/>
                </a:solidFill>
              </a:defRPr>
            </a:lvl1pPr>
            <a:lvl2pPr marL="457200" indent="0">
              <a:buNone/>
              <a:defRPr/>
            </a:lvl2pPr>
          </a:lstStyle>
          <a:p>
            <a:pPr lvl="0"/>
            <a:r>
              <a:rPr lang="en-US" dirty="0"/>
              <a:t>[Add text]</a:t>
            </a:r>
          </a:p>
        </p:txBody>
      </p:sp>
      <p:sp>
        <p:nvSpPr>
          <p:cNvPr id="2" name="Date Placeholder 1">
            <a:extLst>
              <a:ext uri="{FF2B5EF4-FFF2-40B4-BE49-F238E27FC236}">
                <a16:creationId xmlns:a16="http://schemas.microsoft.com/office/drawing/2014/main" id="{940CC4D3-4D66-36AA-1C81-7FFB306BB0A9}"/>
              </a:ext>
            </a:extLst>
          </p:cNvPr>
          <p:cNvSpPr>
            <a:spLocks noGrp="1"/>
          </p:cNvSpPr>
          <p:nvPr>
            <p:ph type="dt" sz="half" idx="12"/>
          </p:nvPr>
        </p:nvSpPr>
        <p:spPr/>
        <p:txBody>
          <a:bodyPr/>
          <a:lstStyle/>
          <a:p>
            <a:fld id="{FC20275D-F658-4E7A-AD9A-D9F0445659BB}" type="datetime1">
              <a:rPr lang="en-US" smtClean="0"/>
              <a:t>10/8/26</a:t>
            </a:fld>
            <a:endParaRPr lang="en-US"/>
          </a:p>
        </p:txBody>
      </p:sp>
      <p:sp>
        <p:nvSpPr>
          <p:cNvPr id="4" name="Footer Placeholder 3">
            <a:extLst>
              <a:ext uri="{FF2B5EF4-FFF2-40B4-BE49-F238E27FC236}">
                <a16:creationId xmlns:a16="http://schemas.microsoft.com/office/drawing/2014/main" id="{0F702C03-B5C0-380E-1A38-9CF63831F7AA}"/>
              </a:ext>
            </a:extLst>
          </p:cNvPr>
          <p:cNvSpPr>
            <a:spLocks noGrp="1"/>
          </p:cNvSpPr>
          <p:nvPr>
            <p:ph type="ftr" sz="quarter" idx="13"/>
          </p:nvPr>
        </p:nvSpPr>
        <p:spPr>
          <a:xfrm>
            <a:off x="0" y="6865832"/>
            <a:ext cx="7676745" cy="132176"/>
          </a:xfrm>
        </p:spPr>
        <p:txBody>
          <a:bodyPr/>
          <a:lstStyle/>
          <a:p>
            <a:endParaRPr lang="en-US" dirty="0"/>
          </a:p>
        </p:txBody>
      </p:sp>
      <p:sp>
        <p:nvSpPr>
          <p:cNvPr id="5" name="Slide Number Placeholder 4">
            <a:extLst>
              <a:ext uri="{FF2B5EF4-FFF2-40B4-BE49-F238E27FC236}">
                <a16:creationId xmlns:a16="http://schemas.microsoft.com/office/drawing/2014/main" id="{A1E86C50-240F-699A-81C1-A4A0DA0906B8}"/>
              </a:ext>
            </a:extLst>
          </p:cNvPr>
          <p:cNvSpPr>
            <a:spLocks noGrp="1"/>
          </p:cNvSpPr>
          <p:nvPr>
            <p:ph type="sldNum" sz="quarter" idx="1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057207759"/>
      </p:ext>
    </p:extLst>
  </p:cSld>
  <p:clrMapOvr>
    <a:masterClrMapping/>
  </p:clrMapOvr>
  <p:transition>
    <p:fade/>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creenshot Gree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4655B9-DCA3-A7C3-FC59-4286C9A8F237}"/>
              </a:ext>
            </a:extLst>
          </p:cNvPr>
          <p:cNvSpPr>
            <a:spLocks noGrp="1"/>
          </p:cNvSpPr>
          <p:nvPr>
            <p:ph type="pic" sz="quarter" idx="10"/>
          </p:nvPr>
        </p:nvSpPr>
        <p:spPr>
          <a:xfrm>
            <a:off x="0" y="0"/>
            <a:ext cx="12192000" cy="6063341"/>
          </a:xfrm>
          <a:prstGeom prst="rect">
            <a:avLst/>
          </a:prstGeom>
          <a:solidFill>
            <a:schemeClr val="tx1">
              <a:lumMod val="85000"/>
            </a:schemeClr>
          </a:solidFill>
        </p:spPr>
        <p:txBody>
          <a:bodyPr anchor="ct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5" name="Text Placeholder 4">
            <a:extLst>
              <a:ext uri="{FF2B5EF4-FFF2-40B4-BE49-F238E27FC236}">
                <a16:creationId xmlns:a16="http://schemas.microsoft.com/office/drawing/2014/main" id="{49F5C03A-9F5D-8598-8D9C-865BE3777884}"/>
              </a:ext>
            </a:extLst>
          </p:cNvPr>
          <p:cNvSpPr>
            <a:spLocks noGrp="1"/>
          </p:cNvSpPr>
          <p:nvPr>
            <p:ph type="body" sz="quarter" idx="11" hasCustomPrompt="1"/>
          </p:nvPr>
        </p:nvSpPr>
        <p:spPr>
          <a:xfrm>
            <a:off x="0" y="6063343"/>
            <a:ext cx="12192000" cy="794657"/>
          </a:xfrm>
          <a:custGeom>
            <a:avLst/>
            <a:gdLst>
              <a:gd name="connsiteX0" fmla="*/ 11328349 w 12192000"/>
              <a:gd name="connsiteY0" fmla="*/ 391876 h 794657"/>
              <a:gd name="connsiteX1" fmla="*/ 11260238 w 12192000"/>
              <a:gd name="connsiteY1" fmla="*/ 511136 h 794657"/>
              <a:gd name="connsiteX2" fmla="*/ 11339126 w 12192000"/>
              <a:gd name="connsiteY2" fmla="*/ 511136 h 794657"/>
              <a:gd name="connsiteX3" fmla="*/ 11407237 w 12192000"/>
              <a:gd name="connsiteY3" fmla="*/ 391876 h 794657"/>
              <a:gd name="connsiteX4" fmla="*/ 11633205 w 12192000"/>
              <a:gd name="connsiteY4" fmla="*/ 272665 h 794657"/>
              <a:gd name="connsiteX5" fmla="*/ 11565087 w 12192000"/>
              <a:gd name="connsiteY5" fmla="*/ 391940 h 794657"/>
              <a:gd name="connsiteX6" fmla="*/ 11486199 w 12192000"/>
              <a:gd name="connsiteY6" fmla="*/ 391940 h 794657"/>
              <a:gd name="connsiteX7" fmla="*/ 11418088 w 12192000"/>
              <a:gd name="connsiteY7" fmla="*/ 511204 h 794657"/>
              <a:gd name="connsiteX8" fmla="*/ 11496976 w 12192000"/>
              <a:gd name="connsiteY8" fmla="*/ 511204 h 794657"/>
              <a:gd name="connsiteX9" fmla="*/ 11565087 w 12192000"/>
              <a:gd name="connsiteY9" fmla="*/ 391940 h 794657"/>
              <a:gd name="connsiteX10" fmla="*/ 11643982 w 12192000"/>
              <a:gd name="connsiteY10" fmla="*/ 391940 h 794657"/>
              <a:gd name="connsiteX11" fmla="*/ 11712101 w 12192000"/>
              <a:gd name="connsiteY11" fmla="*/ 272665 h 794657"/>
              <a:gd name="connsiteX12" fmla="*/ 11475351 w 12192000"/>
              <a:gd name="connsiteY12" fmla="*/ 272593 h 794657"/>
              <a:gd name="connsiteX13" fmla="*/ 11407236 w 12192000"/>
              <a:gd name="connsiteY13" fmla="*/ 391853 h 794657"/>
              <a:gd name="connsiteX14" fmla="*/ 11486124 w 12192000"/>
              <a:gd name="connsiteY14" fmla="*/ 391853 h 794657"/>
              <a:gd name="connsiteX15" fmla="*/ 11554238 w 12192000"/>
              <a:gd name="connsiteY15" fmla="*/ 272593 h 794657"/>
              <a:gd name="connsiteX16" fmla="*/ 0 w 12192000"/>
              <a:gd name="connsiteY16" fmla="*/ 0 h 794657"/>
              <a:gd name="connsiteX17" fmla="*/ 12192000 w 12192000"/>
              <a:gd name="connsiteY17" fmla="*/ 0 h 794657"/>
              <a:gd name="connsiteX18" fmla="*/ 12192000 w 12192000"/>
              <a:gd name="connsiteY18" fmla="*/ 794657 h 794657"/>
              <a:gd name="connsiteX19" fmla="*/ 0 w 12192000"/>
              <a:gd name="connsiteY19" fmla="*/ 794657 h 794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794657">
                <a:moveTo>
                  <a:pt x="11328349" y="391876"/>
                </a:moveTo>
                <a:lnTo>
                  <a:pt x="11260238" y="511136"/>
                </a:lnTo>
                <a:lnTo>
                  <a:pt x="11339126" y="511136"/>
                </a:lnTo>
                <a:lnTo>
                  <a:pt x="11407237" y="391876"/>
                </a:lnTo>
                <a:close/>
                <a:moveTo>
                  <a:pt x="11633205" y="272665"/>
                </a:moveTo>
                <a:lnTo>
                  <a:pt x="11565087" y="391940"/>
                </a:lnTo>
                <a:lnTo>
                  <a:pt x="11486199" y="391940"/>
                </a:lnTo>
                <a:lnTo>
                  <a:pt x="11418088" y="511204"/>
                </a:lnTo>
                <a:lnTo>
                  <a:pt x="11496976" y="511204"/>
                </a:lnTo>
                <a:lnTo>
                  <a:pt x="11565087" y="391940"/>
                </a:lnTo>
                <a:lnTo>
                  <a:pt x="11643982" y="391940"/>
                </a:lnTo>
                <a:lnTo>
                  <a:pt x="11712101" y="272665"/>
                </a:lnTo>
                <a:close/>
                <a:moveTo>
                  <a:pt x="11475351" y="272593"/>
                </a:moveTo>
                <a:lnTo>
                  <a:pt x="11407236" y="391853"/>
                </a:lnTo>
                <a:lnTo>
                  <a:pt x="11486124" y="391853"/>
                </a:lnTo>
                <a:lnTo>
                  <a:pt x="11554238" y="272593"/>
                </a:lnTo>
                <a:close/>
                <a:moveTo>
                  <a:pt x="0" y="0"/>
                </a:moveTo>
                <a:lnTo>
                  <a:pt x="12192000" y="0"/>
                </a:lnTo>
                <a:lnTo>
                  <a:pt x="12192000" y="794657"/>
                </a:lnTo>
                <a:lnTo>
                  <a:pt x="0" y="794657"/>
                </a:lnTo>
                <a:close/>
              </a:path>
            </a:pathLst>
          </a:custGeom>
          <a:solidFill>
            <a:schemeClr val="accent1"/>
          </a:solidFill>
          <a:ln>
            <a:noFill/>
          </a:ln>
        </p:spPr>
        <p:txBody>
          <a:bodyPr wrap="square" lIns="548640" anchor="ctr">
            <a:noAutofit/>
          </a:bodyPr>
          <a:lstStyle>
            <a:lvl1pPr marL="0" indent="0" algn="l">
              <a:buFontTx/>
              <a:buNone/>
              <a:defRPr sz="2400">
                <a:solidFill>
                  <a:schemeClr val="bg2"/>
                </a:solidFill>
              </a:defRPr>
            </a:lvl1pPr>
            <a:lvl2pPr marL="457200" indent="0">
              <a:buNone/>
              <a:defRPr/>
            </a:lvl2pPr>
          </a:lstStyle>
          <a:p>
            <a:pPr lvl="0"/>
            <a:r>
              <a:rPr lang="en-US" dirty="0"/>
              <a:t>[Add text]</a:t>
            </a:r>
          </a:p>
        </p:txBody>
      </p:sp>
      <p:pic>
        <p:nvPicPr>
          <p:cNvPr id="8" name="Graphic 7">
            <a:extLst>
              <a:ext uri="{FF2B5EF4-FFF2-40B4-BE49-F238E27FC236}">
                <a16:creationId xmlns:a16="http://schemas.microsoft.com/office/drawing/2014/main" id="{A83D364B-15E1-BE1A-232E-41F891A00F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34165DC1-D431-B20E-8735-43605C232280}"/>
              </a:ext>
            </a:extLst>
          </p:cNvPr>
          <p:cNvSpPr>
            <a:spLocks noGrp="1"/>
          </p:cNvSpPr>
          <p:nvPr>
            <p:ph type="dt" sz="half" idx="12"/>
          </p:nvPr>
        </p:nvSpPr>
        <p:spPr/>
        <p:txBody>
          <a:bodyPr/>
          <a:lstStyle/>
          <a:p>
            <a:fld id="{FC20275D-F658-4E7A-AD9A-D9F0445659BB}" type="datetime1">
              <a:rPr lang="en-US" smtClean="0"/>
              <a:t>10/8/26</a:t>
            </a:fld>
            <a:endParaRPr lang="en-US"/>
          </a:p>
        </p:txBody>
      </p:sp>
      <p:sp>
        <p:nvSpPr>
          <p:cNvPr id="4" name="Footer Placeholder 3">
            <a:extLst>
              <a:ext uri="{FF2B5EF4-FFF2-40B4-BE49-F238E27FC236}">
                <a16:creationId xmlns:a16="http://schemas.microsoft.com/office/drawing/2014/main" id="{00335BE1-7AB0-801E-3519-EE3EB3607910}"/>
              </a:ext>
            </a:extLst>
          </p:cNvPr>
          <p:cNvSpPr>
            <a:spLocks noGrp="1"/>
          </p:cNvSpPr>
          <p:nvPr>
            <p:ph type="ftr" sz="quarter" idx="13"/>
          </p:nvPr>
        </p:nvSpPr>
        <p:spPr>
          <a:xfrm>
            <a:off x="0" y="6865832"/>
            <a:ext cx="7676745" cy="132176"/>
          </a:xfrm>
        </p:spPr>
        <p:txBody>
          <a:bodyPr/>
          <a:lstStyle/>
          <a:p>
            <a:endParaRPr lang="en-US" dirty="0"/>
          </a:p>
        </p:txBody>
      </p:sp>
      <p:sp>
        <p:nvSpPr>
          <p:cNvPr id="6" name="Slide Number Placeholder 5">
            <a:extLst>
              <a:ext uri="{FF2B5EF4-FFF2-40B4-BE49-F238E27FC236}">
                <a16:creationId xmlns:a16="http://schemas.microsoft.com/office/drawing/2014/main" id="{0C0AB2F8-D14E-BADE-EBE4-EE78F10C2F04}"/>
              </a:ext>
            </a:extLst>
          </p:cNvPr>
          <p:cNvSpPr>
            <a:spLocks noGrp="1"/>
          </p:cNvSpPr>
          <p:nvPr>
            <p:ph type="sldNum" sz="quarter" idx="14"/>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308635723"/>
      </p:ext>
    </p:extLst>
  </p:cSld>
  <p:clrMapOvr>
    <a:masterClrMapping/>
  </p:clrMapOvr>
  <p:transition>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chemeClr val="tx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203DBBE-6C03-D7A8-39E1-5DF74F932DEE}"/>
              </a:ext>
            </a:extLst>
          </p:cNvPr>
          <p:cNvSpPr>
            <a:spLocks noGrp="1"/>
          </p:cNvSpPr>
          <p:nvPr>
            <p:ph type="pic" sz="quarter" idx="10"/>
          </p:nvPr>
        </p:nvSpPr>
        <p:spPr>
          <a:xfrm>
            <a:off x="0" y="0"/>
            <a:ext cx="12192000" cy="6858000"/>
          </a:xfrm>
          <a:custGeom>
            <a:avLst/>
            <a:gdLst>
              <a:gd name="connsiteX0" fmla="*/ 11328349 w 12192000"/>
              <a:gd name="connsiteY0" fmla="*/ 6455219 h 6858000"/>
              <a:gd name="connsiteX1" fmla="*/ 11260238 w 12192000"/>
              <a:gd name="connsiteY1" fmla="*/ 6574479 h 6858000"/>
              <a:gd name="connsiteX2" fmla="*/ 11339126 w 12192000"/>
              <a:gd name="connsiteY2" fmla="*/ 6574479 h 6858000"/>
              <a:gd name="connsiteX3" fmla="*/ 11407237 w 12192000"/>
              <a:gd name="connsiteY3" fmla="*/ 6455219 h 6858000"/>
              <a:gd name="connsiteX4" fmla="*/ 11633205 w 12192000"/>
              <a:gd name="connsiteY4" fmla="*/ 6336008 h 6858000"/>
              <a:gd name="connsiteX5" fmla="*/ 11565087 w 12192000"/>
              <a:gd name="connsiteY5" fmla="*/ 6455283 h 6858000"/>
              <a:gd name="connsiteX6" fmla="*/ 11486199 w 12192000"/>
              <a:gd name="connsiteY6" fmla="*/ 6455283 h 6858000"/>
              <a:gd name="connsiteX7" fmla="*/ 11418088 w 12192000"/>
              <a:gd name="connsiteY7" fmla="*/ 6574547 h 6858000"/>
              <a:gd name="connsiteX8" fmla="*/ 11496976 w 12192000"/>
              <a:gd name="connsiteY8" fmla="*/ 6574547 h 6858000"/>
              <a:gd name="connsiteX9" fmla="*/ 11565087 w 12192000"/>
              <a:gd name="connsiteY9" fmla="*/ 6455283 h 6858000"/>
              <a:gd name="connsiteX10" fmla="*/ 11643982 w 12192000"/>
              <a:gd name="connsiteY10" fmla="*/ 6455283 h 6858000"/>
              <a:gd name="connsiteX11" fmla="*/ 11712101 w 12192000"/>
              <a:gd name="connsiteY11" fmla="*/ 6336008 h 6858000"/>
              <a:gd name="connsiteX12" fmla="*/ 11475351 w 12192000"/>
              <a:gd name="connsiteY12" fmla="*/ 6335936 h 6858000"/>
              <a:gd name="connsiteX13" fmla="*/ 11407236 w 12192000"/>
              <a:gd name="connsiteY13" fmla="*/ 6455196 h 6858000"/>
              <a:gd name="connsiteX14" fmla="*/ 11486124 w 12192000"/>
              <a:gd name="connsiteY14" fmla="*/ 6455196 h 6858000"/>
              <a:gd name="connsiteX15" fmla="*/ 11554238 w 12192000"/>
              <a:gd name="connsiteY15" fmla="*/ 6335936 h 6858000"/>
              <a:gd name="connsiteX16" fmla="*/ 0 w 12192000"/>
              <a:gd name="connsiteY16" fmla="*/ 0 h 6858000"/>
              <a:gd name="connsiteX17" fmla="*/ 12192000 w 12192000"/>
              <a:gd name="connsiteY17" fmla="*/ 0 h 6858000"/>
              <a:gd name="connsiteX18" fmla="*/ 12192000 w 12192000"/>
              <a:gd name="connsiteY18" fmla="*/ 6858000 h 6858000"/>
              <a:gd name="connsiteX19" fmla="*/ 0 w 12192000"/>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6858000">
                <a:moveTo>
                  <a:pt x="11328349" y="6455219"/>
                </a:moveTo>
                <a:lnTo>
                  <a:pt x="11260238" y="6574479"/>
                </a:lnTo>
                <a:lnTo>
                  <a:pt x="11339126" y="6574479"/>
                </a:lnTo>
                <a:lnTo>
                  <a:pt x="11407237" y="6455219"/>
                </a:lnTo>
                <a:close/>
                <a:moveTo>
                  <a:pt x="11633205" y="6336008"/>
                </a:moveTo>
                <a:lnTo>
                  <a:pt x="11565087" y="6455283"/>
                </a:lnTo>
                <a:lnTo>
                  <a:pt x="11486199" y="6455283"/>
                </a:lnTo>
                <a:lnTo>
                  <a:pt x="11418088" y="6574547"/>
                </a:lnTo>
                <a:lnTo>
                  <a:pt x="11496976" y="6574547"/>
                </a:lnTo>
                <a:lnTo>
                  <a:pt x="11565087" y="6455283"/>
                </a:lnTo>
                <a:lnTo>
                  <a:pt x="11643982" y="6455283"/>
                </a:lnTo>
                <a:lnTo>
                  <a:pt x="11712101" y="6336008"/>
                </a:lnTo>
                <a:close/>
                <a:moveTo>
                  <a:pt x="11475351" y="6335936"/>
                </a:moveTo>
                <a:lnTo>
                  <a:pt x="11407236" y="6455196"/>
                </a:lnTo>
                <a:lnTo>
                  <a:pt x="11486124" y="6455196"/>
                </a:lnTo>
                <a:lnTo>
                  <a:pt x="11554238" y="6335936"/>
                </a:lnTo>
                <a:close/>
                <a:moveTo>
                  <a:pt x="0" y="0"/>
                </a:moveTo>
                <a:lnTo>
                  <a:pt x="12192000" y="0"/>
                </a:lnTo>
                <a:lnTo>
                  <a:pt x="12192000" y="6858000"/>
                </a:lnTo>
                <a:lnTo>
                  <a:pt x="0" y="6858000"/>
                </a:lnTo>
                <a:close/>
              </a:path>
            </a:pathLst>
          </a:custGeom>
          <a:solidFill>
            <a:schemeClr val="tx1">
              <a:lumMod val="85000"/>
            </a:schemeClr>
          </a:solidFill>
        </p:spPr>
        <p:txBody>
          <a:bodyPr wrap="square" anchor="ctr">
            <a:noAutofit/>
          </a:bodyPr>
          <a:lstStyle>
            <a:lvl1pPr marL="0" indent="0" algn="ctr">
              <a:buFontTx/>
              <a:buNone/>
              <a:defRPr sz="2400">
                <a:solidFill>
                  <a:schemeClr val="bg2"/>
                </a:solidFill>
              </a:defRPr>
            </a:lvl1pPr>
          </a:lstStyle>
          <a:p>
            <a:pPr marL="0" marR="0" lvl="0" indent="0" algn="ctr" defTabSz="914400" rtl="0" eaLnBrk="1" fontAlgn="auto" latinLnBrk="0" hangingPunct="1">
              <a:lnSpc>
                <a:spcPct val="90000"/>
              </a:lnSpc>
              <a:spcBef>
                <a:spcPts val="1000"/>
              </a:spcBef>
              <a:spcAft>
                <a:spcPts val="0"/>
              </a:spcAft>
              <a:buClr>
                <a:schemeClr val="accent3"/>
              </a:buClr>
              <a:buSzTx/>
              <a:buFontTx/>
              <a:buNone/>
              <a:tabLst/>
              <a:defRPr/>
            </a:pPr>
            <a:r>
              <a:rPr lang="en-US"/>
              <a:t>Click icon to add picture</a:t>
            </a:r>
            <a:endParaRPr lang="en-US" dirty="0"/>
          </a:p>
        </p:txBody>
      </p:sp>
      <p:sp>
        <p:nvSpPr>
          <p:cNvPr id="12" name="Date Placeholder 11">
            <a:extLst>
              <a:ext uri="{FF2B5EF4-FFF2-40B4-BE49-F238E27FC236}">
                <a16:creationId xmlns:a16="http://schemas.microsoft.com/office/drawing/2014/main" id="{7C40A14F-4F07-69E2-1326-3007406F4234}"/>
              </a:ext>
            </a:extLst>
          </p:cNvPr>
          <p:cNvSpPr>
            <a:spLocks noGrp="1"/>
          </p:cNvSpPr>
          <p:nvPr>
            <p:ph type="dt" sz="half" idx="11"/>
          </p:nvPr>
        </p:nvSpPr>
        <p:spPr/>
        <p:txBody>
          <a:bodyPr/>
          <a:lstStyle/>
          <a:p>
            <a:fld id="{FC20275D-F658-4E7A-AD9A-D9F0445659BB}" type="datetime1">
              <a:rPr lang="en-US" smtClean="0"/>
              <a:t>10/8/26</a:t>
            </a:fld>
            <a:endParaRPr lang="en-US"/>
          </a:p>
        </p:txBody>
      </p:sp>
      <p:sp>
        <p:nvSpPr>
          <p:cNvPr id="13" name="Footer Placeholder 12">
            <a:extLst>
              <a:ext uri="{FF2B5EF4-FFF2-40B4-BE49-F238E27FC236}">
                <a16:creationId xmlns:a16="http://schemas.microsoft.com/office/drawing/2014/main" id="{908492EC-B9D6-3516-49A5-4D83BA633D3F}"/>
              </a:ext>
            </a:extLst>
          </p:cNvPr>
          <p:cNvSpPr>
            <a:spLocks noGrp="1"/>
          </p:cNvSpPr>
          <p:nvPr>
            <p:ph type="ftr" sz="quarter" idx="12"/>
          </p:nvPr>
        </p:nvSpPr>
        <p:spPr/>
        <p:txBody>
          <a:bodyPr/>
          <a:lstStyle/>
          <a:p>
            <a:endParaRPr lang="en-US" dirty="0"/>
          </a:p>
        </p:txBody>
      </p:sp>
      <p:sp>
        <p:nvSpPr>
          <p:cNvPr id="14" name="Slide Number Placeholder 13">
            <a:extLst>
              <a:ext uri="{FF2B5EF4-FFF2-40B4-BE49-F238E27FC236}">
                <a16:creationId xmlns:a16="http://schemas.microsoft.com/office/drawing/2014/main" id="{DD6BD6B3-DD03-80A4-188F-13B02C860565}"/>
              </a:ext>
            </a:extLst>
          </p:cNvPr>
          <p:cNvSpPr>
            <a:spLocks noGrp="1"/>
          </p:cNvSpPr>
          <p:nvPr>
            <p:ph type="sldNum" sz="quarter" idx="13"/>
          </p:nvPr>
        </p:nvSpPr>
        <p:spPr/>
        <p:txBody>
          <a:bodyPr/>
          <a:lstStyle/>
          <a:p>
            <a:fld id="{16C30856-2FD0-40BB-988B-8BB8612257E2}" type="slidenum">
              <a:rPr lang="en-US" smtClean="0"/>
              <a:pPr/>
              <a:t>‹#›</a:t>
            </a:fld>
            <a:endParaRPr lang="en-US"/>
          </a:p>
        </p:txBody>
      </p:sp>
    </p:spTree>
    <p:extLst>
      <p:ext uri="{BB962C8B-B14F-4D97-AF65-F5344CB8AC3E}">
        <p14:creationId xmlns:p14="http://schemas.microsoft.com/office/powerpoint/2010/main" val="1712298142"/>
      </p:ext>
    </p:extLst>
  </p:cSld>
  <p:clrMapOvr>
    <a:masterClrMapping/>
  </p:clrMapOvr>
  <p:transition>
    <p:fade/>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A71AB4-FABC-AD7F-DC5E-7AB048A841B2}"/>
              </a:ext>
            </a:extLst>
          </p:cNvPr>
          <p:cNvSpPr>
            <a:spLocks noGrp="1"/>
          </p:cNvSpPr>
          <p:nvPr>
            <p:ph type="pic" idx="1"/>
          </p:nvPr>
        </p:nvSpPr>
        <p:spPr>
          <a:xfrm>
            <a:off x="476655" y="1516063"/>
            <a:ext cx="11235446" cy="4662487"/>
          </a:xfrm>
          <a:solidFill>
            <a:schemeClr val="tx1">
              <a:lumMod val="85000"/>
            </a:schemeClr>
          </a:solidFill>
        </p:spPr>
        <p:txBody>
          <a:bodyPr anchor="ctr"/>
          <a:lstStyle>
            <a:lvl1pPr marL="0" indent="0" algn="ctr">
              <a:buNone/>
              <a:defRPr sz="24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ECB52F9-55E6-8907-3ACA-87F0F8707D42}"/>
              </a:ext>
            </a:extLst>
          </p:cNvPr>
          <p:cNvSpPr>
            <a:spLocks noGrp="1"/>
          </p:cNvSpPr>
          <p:nvPr>
            <p:ph type="body" sz="half" idx="2" hasCustomPrompt="1"/>
          </p:nvPr>
        </p:nvSpPr>
        <p:spPr>
          <a:xfrm>
            <a:off x="476250" y="1074746"/>
            <a:ext cx="11237914" cy="441318"/>
          </a:xfrm>
        </p:spPr>
        <p:txBody>
          <a:bodyPr/>
          <a:lstStyle>
            <a:lvl1pPr marL="0" indent="0">
              <a:buNone/>
              <a:defRPr sz="1800" b="1">
                <a:solidFill>
                  <a:schemeClr val="accent1"/>
                </a:solidFill>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sub-title]</a:t>
            </a:r>
          </a:p>
        </p:txBody>
      </p:sp>
      <p:sp>
        <p:nvSpPr>
          <p:cNvPr id="5" name="Date Placeholder 4">
            <a:extLst>
              <a:ext uri="{FF2B5EF4-FFF2-40B4-BE49-F238E27FC236}">
                <a16:creationId xmlns:a16="http://schemas.microsoft.com/office/drawing/2014/main" id="{0A44FFCD-8FC4-4311-5461-99C6A743353D}"/>
              </a:ext>
            </a:extLst>
          </p:cNvPr>
          <p:cNvSpPr>
            <a:spLocks noGrp="1"/>
          </p:cNvSpPr>
          <p:nvPr>
            <p:ph type="dt" sz="half" idx="10"/>
          </p:nvPr>
        </p:nvSpPr>
        <p:spPr/>
        <p:txBody>
          <a:bodyPr/>
          <a:lstStyle/>
          <a:p>
            <a:fld id="{F603DED7-D871-4C40-9B36-CE4ECB78B9EB}" type="datetime1">
              <a:rPr lang="en-US" smtClean="0"/>
              <a:t>10/8/26</a:t>
            </a:fld>
            <a:endParaRPr lang="en-US"/>
          </a:p>
        </p:txBody>
      </p:sp>
      <p:sp>
        <p:nvSpPr>
          <p:cNvPr id="6" name="Footer Placeholder 5">
            <a:extLst>
              <a:ext uri="{FF2B5EF4-FFF2-40B4-BE49-F238E27FC236}">
                <a16:creationId xmlns:a16="http://schemas.microsoft.com/office/drawing/2014/main" id="{CC5F0C82-FFBF-CB58-5074-F0309A13E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C6B92-F97E-8060-74F4-4016C85EE330}"/>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8" name="Title 7">
            <a:extLst>
              <a:ext uri="{FF2B5EF4-FFF2-40B4-BE49-F238E27FC236}">
                <a16:creationId xmlns:a16="http://schemas.microsoft.com/office/drawing/2014/main" id="{B21642E7-920C-F5DB-3D1B-FA8FB2F5D6AC}"/>
              </a:ext>
            </a:extLst>
          </p:cNvPr>
          <p:cNvSpPr>
            <a:spLocks noGrp="1"/>
          </p:cNvSpPr>
          <p:nvPr>
            <p:ph type="title" hasCustomPrompt="1"/>
          </p:nvPr>
        </p:nvSpPr>
        <p:spPr>
          <a:xfrm>
            <a:off x="476655" y="365125"/>
            <a:ext cx="11235446" cy="709621"/>
          </a:xfrm>
        </p:spPr>
        <p:txBody>
          <a:bodyPr/>
          <a:lstStyle/>
          <a:p>
            <a:r>
              <a:rPr lang="en-US" dirty="0"/>
              <a:t>[Add headline]</a:t>
            </a:r>
          </a:p>
        </p:txBody>
      </p:sp>
    </p:spTree>
    <p:extLst>
      <p:ext uri="{BB962C8B-B14F-4D97-AF65-F5344CB8AC3E}">
        <p14:creationId xmlns:p14="http://schemas.microsoft.com/office/powerpoint/2010/main" val="45646579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D31C27-33A2-C17A-EDCB-3787CEA9B52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7067EE46-232A-3E52-B735-BB1BF31C5BCE}"/>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72623604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Topics / Lis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2FD36DF1-0EFA-467F-ACE6-A6B1BFFA7015}" type="datetime1">
              <a:rPr lang="en-US" smtClean="0"/>
              <a:t>10/8/26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2" name="Text Placeholder 40">
            <a:extLst>
              <a:ext uri="{FF2B5EF4-FFF2-40B4-BE49-F238E27FC236}">
                <a16:creationId xmlns:a16="http://schemas.microsoft.com/office/drawing/2014/main" id="{2096B9FB-B2D9-759B-8AEC-03291D203AFC}"/>
              </a:ext>
            </a:extLst>
          </p:cNvPr>
          <p:cNvSpPr>
            <a:spLocks noGrp="1"/>
          </p:cNvSpPr>
          <p:nvPr>
            <p:ph type="body" sz="quarter" idx="19" hasCustomPrompt="1"/>
          </p:nvPr>
        </p:nvSpPr>
        <p:spPr>
          <a:xfrm>
            <a:off x="7295669" y="1121987"/>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None/>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vl6pPr marL="2286000" indent="0">
              <a:buNone/>
              <a:defRPr/>
            </a:lvl6pPr>
          </a:lstStyle>
          <a:p>
            <a:pPr lvl="0"/>
            <a:r>
              <a:rPr lang="en-US" dirty="0"/>
              <a:t>[Add text] “enter” + “tab” to add content</a:t>
            </a:r>
          </a:p>
          <a:p>
            <a:pPr lvl="1"/>
            <a:r>
              <a:rPr lang="en-US" dirty="0"/>
              <a:t>Second level</a:t>
            </a:r>
          </a:p>
        </p:txBody>
      </p:sp>
      <p:sp>
        <p:nvSpPr>
          <p:cNvPr id="9" name="Text Placeholder 40">
            <a:extLst>
              <a:ext uri="{FF2B5EF4-FFF2-40B4-BE49-F238E27FC236}">
                <a16:creationId xmlns:a16="http://schemas.microsoft.com/office/drawing/2014/main" id="{7E2A1743-9F72-F5E8-CD7D-8955B76727D3}"/>
              </a:ext>
            </a:extLst>
          </p:cNvPr>
          <p:cNvSpPr>
            <a:spLocks noGrp="1"/>
          </p:cNvSpPr>
          <p:nvPr>
            <p:ph type="body" sz="quarter" idx="24" hasCustomPrompt="1"/>
          </p:nvPr>
        </p:nvSpPr>
        <p:spPr>
          <a:xfrm>
            <a:off x="6555531" y="94430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Char char="​"/>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12" name="Text Placeholder 42">
            <a:extLst>
              <a:ext uri="{FF2B5EF4-FFF2-40B4-BE49-F238E27FC236}">
                <a16:creationId xmlns:a16="http://schemas.microsoft.com/office/drawing/2014/main" id="{AF539238-7D3D-0BEF-56CB-43BE0AD715B4}"/>
              </a:ext>
            </a:extLst>
          </p:cNvPr>
          <p:cNvSpPr>
            <a:spLocks noGrp="1"/>
          </p:cNvSpPr>
          <p:nvPr>
            <p:ph type="body" sz="quarter" idx="25" hasCustomPrompt="1"/>
          </p:nvPr>
        </p:nvSpPr>
        <p:spPr>
          <a:xfrm>
            <a:off x="5426059" y="2726198"/>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13" name="Text Placeholder 46">
            <a:extLst>
              <a:ext uri="{FF2B5EF4-FFF2-40B4-BE49-F238E27FC236}">
                <a16:creationId xmlns:a16="http://schemas.microsoft.com/office/drawing/2014/main" id="{24C9999E-12DC-CCAB-C571-FA4A92546934}"/>
              </a:ext>
            </a:extLst>
          </p:cNvPr>
          <p:cNvSpPr>
            <a:spLocks noGrp="1"/>
          </p:cNvSpPr>
          <p:nvPr>
            <p:ph type="body" sz="quarter" idx="26" hasCustomPrompt="1"/>
          </p:nvPr>
        </p:nvSpPr>
        <p:spPr>
          <a:xfrm>
            <a:off x="4324498" y="4508091"/>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16" name="Text Placeholder 40">
            <a:extLst>
              <a:ext uri="{FF2B5EF4-FFF2-40B4-BE49-F238E27FC236}">
                <a16:creationId xmlns:a16="http://schemas.microsoft.com/office/drawing/2014/main" id="{15E35BD6-A8D0-D086-B7C9-09DFE7C36C50}"/>
              </a:ext>
            </a:extLst>
          </p:cNvPr>
          <p:cNvSpPr>
            <a:spLocks noGrp="1"/>
          </p:cNvSpPr>
          <p:nvPr>
            <p:ph type="body" sz="quarter" idx="27" hasCustomPrompt="1"/>
          </p:nvPr>
        </p:nvSpPr>
        <p:spPr>
          <a:xfrm>
            <a:off x="6144203" y="2882976"/>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text] “enter” + “tab” to add content</a:t>
            </a:r>
          </a:p>
          <a:p>
            <a:pPr lvl="1"/>
            <a:r>
              <a:rPr lang="en-US" dirty="0"/>
              <a:t>Second level</a:t>
            </a:r>
          </a:p>
        </p:txBody>
      </p:sp>
      <p:sp>
        <p:nvSpPr>
          <p:cNvPr id="17" name="Text Placeholder 40">
            <a:extLst>
              <a:ext uri="{FF2B5EF4-FFF2-40B4-BE49-F238E27FC236}">
                <a16:creationId xmlns:a16="http://schemas.microsoft.com/office/drawing/2014/main" id="{88984719-91A4-1AF8-2BA4-D5FD844BAD83}"/>
              </a:ext>
            </a:extLst>
          </p:cNvPr>
          <p:cNvSpPr>
            <a:spLocks noGrp="1"/>
          </p:cNvSpPr>
          <p:nvPr>
            <p:ph type="body" sz="quarter" idx="28" hasCustomPrompt="1"/>
          </p:nvPr>
        </p:nvSpPr>
        <p:spPr>
          <a:xfrm>
            <a:off x="5109970" y="4664869"/>
            <a:ext cx="4371398" cy="1092046"/>
          </a:xfrm>
        </p:spPr>
        <p:txBody>
          <a:bodyPr anchor="t">
            <a:noAutofit/>
          </a:bodyPr>
          <a:lstStyle>
            <a:lvl1pPr marL="0" indent="0" algn="l">
              <a:lnSpc>
                <a:spcPct val="90000"/>
              </a:lnSpc>
              <a:spcBef>
                <a:spcPts val="600"/>
              </a:spcBef>
              <a:spcAft>
                <a:spcPts val="0"/>
              </a:spcAft>
              <a:buFont typeface="Arial" panose="020B0604020202020204" pitchFamily="34" charset="0"/>
              <a:buChar char="​"/>
              <a:defRPr sz="1800" b="0" cap="none" baseline="0">
                <a:solidFill>
                  <a:schemeClr val="tx1"/>
                </a:solidFill>
                <a:latin typeface="+mn-lt"/>
              </a:defRPr>
            </a:lvl1pPr>
            <a:lvl2pPr marL="0" indent="0" algn="l">
              <a:lnSpc>
                <a:spcPct val="90000"/>
              </a:lnSpc>
              <a:spcBef>
                <a:spcPts val="6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text] “enter” + “tab” to add content</a:t>
            </a:r>
          </a:p>
          <a:p>
            <a:pPr lvl="1"/>
            <a:r>
              <a:rPr lang="en-US" dirty="0"/>
              <a:t>Second level</a:t>
            </a:r>
          </a:p>
        </p:txBody>
      </p:sp>
    </p:spTree>
    <p:extLst>
      <p:ext uri="{BB962C8B-B14F-4D97-AF65-F5344CB8AC3E}">
        <p14:creationId xmlns:p14="http://schemas.microsoft.com/office/powerpoint/2010/main" val="226053588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Topics /  Lis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256CB0B-8772-2148-F394-EBB730700C8D}"/>
              </a:ext>
            </a:extLst>
          </p:cNvPr>
          <p:cNvSpPr/>
          <p:nvPr userDrawn="1"/>
        </p:nvSpPr>
        <p:spPr>
          <a:xfrm>
            <a:off x="889973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4F6FE"/>
              </a:solidFill>
              <a:effectLst/>
              <a:uLnTx/>
              <a:uFillTx/>
              <a:latin typeface="+mn-lt"/>
              <a:ea typeface="+mn-ea"/>
              <a:cs typeface="+mn-cs"/>
            </a:endParaRPr>
          </a:p>
        </p:txBody>
      </p:sp>
      <p:sp>
        <p:nvSpPr>
          <p:cNvPr id="15" name="Rectangle 14">
            <a:extLst>
              <a:ext uri="{FF2B5EF4-FFF2-40B4-BE49-F238E27FC236}">
                <a16:creationId xmlns:a16="http://schemas.microsoft.com/office/drawing/2014/main" id="{C682DE72-ABDB-CF06-8954-11C4621E8FF7}"/>
              </a:ext>
            </a:extLst>
          </p:cNvPr>
          <p:cNvSpPr/>
          <p:nvPr userDrawn="1"/>
        </p:nvSpPr>
        <p:spPr>
          <a:xfrm>
            <a:off x="609600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4F6FE"/>
              </a:solidFill>
              <a:effectLst/>
              <a:uLnTx/>
              <a:uFillTx/>
              <a:latin typeface="+mn-lt"/>
              <a:ea typeface="+mn-ea"/>
              <a:cs typeface="+mn-cs"/>
            </a:endParaRPr>
          </a:p>
        </p:txBody>
      </p:sp>
      <p:sp>
        <p:nvSpPr>
          <p:cNvPr id="16" name="Rectangle 15">
            <a:extLst>
              <a:ext uri="{FF2B5EF4-FFF2-40B4-BE49-F238E27FC236}">
                <a16:creationId xmlns:a16="http://schemas.microsoft.com/office/drawing/2014/main" id="{54D3AEC6-28E3-49B9-7D11-B8B569766787}"/>
              </a:ext>
            </a:extLst>
          </p:cNvPr>
          <p:cNvSpPr/>
          <p:nvPr userDrawn="1"/>
        </p:nvSpPr>
        <p:spPr>
          <a:xfrm>
            <a:off x="327998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4F6FE"/>
              </a:solidFill>
              <a:effectLst/>
              <a:uLnTx/>
              <a:uFillTx/>
              <a:latin typeface="+mn-lt"/>
              <a:ea typeface="+mn-ea"/>
              <a:cs typeface="+mn-cs"/>
            </a:endParaRPr>
          </a:p>
        </p:txBody>
      </p:sp>
      <p:sp>
        <p:nvSpPr>
          <p:cNvPr id="17" name="Rectangle 16">
            <a:extLst>
              <a:ext uri="{FF2B5EF4-FFF2-40B4-BE49-F238E27FC236}">
                <a16:creationId xmlns:a16="http://schemas.microsoft.com/office/drawing/2014/main" id="{BA429318-9662-5A08-72CD-07F07B183DAF}"/>
              </a:ext>
            </a:extLst>
          </p:cNvPr>
          <p:cNvSpPr/>
          <p:nvPr userDrawn="1"/>
        </p:nvSpPr>
        <p:spPr>
          <a:xfrm>
            <a:off x="476250" y="1749117"/>
            <a:ext cx="2063908" cy="3889683"/>
          </a:xfrm>
          <a:prstGeom prst="rect">
            <a:avLst/>
          </a:prstGeom>
          <a:noFill/>
          <a:ln w="952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F6FE"/>
              </a:solidFill>
              <a:effectLst/>
              <a:uLnTx/>
              <a:uFillTx/>
              <a:latin typeface="+mn-lt"/>
              <a:ea typeface="+mn-ea"/>
              <a:cs typeface="+mn-cs"/>
            </a:endParaRPr>
          </a:p>
        </p:txBody>
      </p:sp>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0041AAAD-936D-42D9-9338-95D87D419747}" type="datetime1">
              <a:rPr lang="en-US" smtClean="0"/>
              <a:t>10/8/26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0" name="Text Placeholder 40">
            <a:extLst>
              <a:ext uri="{FF2B5EF4-FFF2-40B4-BE49-F238E27FC236}">
                <a16:creationId xmlns:a16="http://schemas.microsoft.com/office/drawing/2014/main" id="{4B7A3F10-F9C6-2DEF-3255-5D66542E464D}"/>
              </a:ext>
            </a:extLst>
          </p:cNvPr>
          <p:cNvSpPr>
            <a:spLocks noGrp="1"/>
          </p:cNvSpPr>
          <p:nvPr>
            <p:ph type="body" sz="quarter" idx="19" hasCustomPrompt="1"/>
          </p:nvPr>
        </p:nvSpPr>
        <p:spPr>
          <a:xfrm>
            <a:off x="649336" y="2542162"/>
            <a:ext cx="1729562" cy="2844987"/>
          </a:xfrm>
        </p:spPr>
        <p:txBody>
          <a:bodyPr anchor="t">
            <a:noAutofit/>
          </a:bodyPr>
          <a:lstStyle>
            <a:lvl1pPr marL="0" indent="0" algn="ctr">
              <a:lnSpc>
                <a:spcPct val="90000"/>
              </a:lnSpc>
              <a:spcBef>
                <a:spcPts val="1200"/>
              </a:spcBef>
              <a:spcAft>
                <a:spcPts val="0"/>
              </a:spcAft>
              <a:buFont typeface="Arial" panose="020B0604020202020204" pitchFamily="34" charset="0"/>
              <a:buChar char="​"/>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[Title] </a:t>
            </a:r>
            <a:br>
              <a:rPr lang="en-US" dirty="0"/>
            </a:br>
            <a:r>
              <a:rPr lang="en-US" dirty="0"/>
              <a:t>“enter” + “tab” to add content</a:t>
            </a:r>
          </a:p>
          <a:p>
            <a:pPr lvl="1"/>
            <a:r>
              <a:rPr lang="en-US" dirty="0"/>
              <a:t>Second level</a:t>
            </a:r>
          </a:p>
        </p:txBody>
      </p:sp>
      <p:sp>
        <p:nvSpPr>
          <p:cNvPr id="11" name="Text Placeholder 42">
            <a:extLst>
              <a:ext uri="{FF2B5EF4-FFF2-40B4-BE49-F238E27FC236}">
                <a16:creationId xmlns:a16="http://schemas.microsoft.com/office/drawing/2014/main" id="{B534BD12-F515-A24D-1B5C-36D77F71F74A}"/>
              </a:ext>
            </a:extLst>
          </p:cNvPr>
          <p:cNvSpPr>
            <a:spLocks noGrp="1"/>
          </p:cNvSpPr>
          <p:nvPr>
            <p:ph type="body" sz="quarter" idx="20" hasCustomPrompt="1"/>
          </p:nvPr>
        </p:nvSpPr>
        <p:spPr>
          <a:xfrm>
            <a:off x="3464811" y="2541052"/>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2" name="Text Placeholder 46">
            <a:extLst>
              <a:ext uri="{FF2B5EF4-FFF2-40B4-BE49-F238E27FC236}">
                <a16:creationId xmlns:a16="http://schemas.microsoft.com/office/drawing/2014/main" id="{B69B4B29-70BF-C058-13D7-7B0150194119}"/>
              </a:ext>
            </a:extLst>
          </p:cNvPr>
          <p:cNvSpPr>
            <a:spLocks noGrp="1"/>
          </p:cNvSpPr>
          <p:nvPr>
            <p:ph type="body" sz="quarter" idx="22" hasCustomPrompt="1"/>
          </p:nvPr>
        </p:nvSpPr>
        <p:spPr>
          <a:xfrm>
            <a:off x="6263857" y="2521496"/>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3" name="Text Placeholder 48">
            <a:extLst>
              <a:ext uri="{FF2B5EF4-FFF2-40B4-BE49-F238E27FC236}">
                <a16:creationId xmlns:a16="http://schemas.microsoft.com/office/drawing/2014/main" id="{970239FF-E27F-69EE-C7B1-BF2DA2E0BDFA}"/>
              </a:ext>
            </a:extLst>
          </p:cNvPr>
          <p:cNvSpPr>
            <a:spLocks noGrp="1"/>
          </p:cNvSpPr>
          <p:nvPr>
            <p:ph type="body" sz="quarter" idx="23" hasCustomPrompt="1"/>
          </p:nvPr>
        </p:nvSpPr>
        <p:spPr>
          <a:xfrm>
            <a:off x="9064249" y="2521496"/>
            <a:ext cx="1726662" cy="2847405"/>
          </a:xfrm>
        </p:spPr>
        <p:txBody>
          <a:bodyPr anchor="t">
            <a:noAutofit/>
          </a:bodyPr>
          <a:lstStyle>
            <a:lvl1pPr marL="0" indent="0" algn="ctr">
              <a:lnSpc>
                <a:spcPct val="90000"/>
              </a:lnSpc>
              <a:spcBef>
                <a:spcPts val="1200"/>
              </a:spcBef>
              <a:spcAft>
                <a:spcPts val="0"/>
              </a:spcAft>
              <a:buFont typeface="Arial" panose="020B0604020202020204" pitchFamily="34" charset="0"/>
              <a:buNone/>
              <a:defRPr sz="1800" b="0" cap="none" baseline="0">
                <a:solidFill>
                  <a:schemeClr val="accent1"/>
                </a:solidFill>
                <a:latin typeface="+mn-lt"/>
              </a:defRPr>
            </a:lvl1pPr>
            <a:lvl2pPr marL="0" indent="0" algn="ctr">
              <a:lnSpc>
                <a:spcPct val="90000"/>
              </a:lnSpc>
              <a:spcBef>
                <a:spcPts val="1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[Title] </a:t>
            </a:r>
            <a:br>
              <a:rPr lang="en-US" dirty="0"/>
            </a:br>
            <a:r>
              <a:rPr lang="en-US" dirty="0"/>
              <a:t>“enter” + “tab” to add content</a:t>
            </a:r>
          </a:p>
          <a:p>
            <a:pPr lvl="1"/>
            <a:r>
              <a:rPr lang="en-US" dirty="0"/>
              <a:t>Second level</a:t>
            </a:r>
          </a:p>
        </p:txBody>
      </p:sp>
      <p:sp>
        <p:nvSpPr>
          <p:cNvPr id="18" name="Text Placeholder 40">
            <a:extLst>
              <a:ext uri="{FF2B5EF4-FFF2-40B4-BE49-F238E27FC236}">
                <a16:creationId xmlns:a16="http://schemas.microsoft.com/office/drawing/2014/main" id="{E142635D-38C7-8CDC-A15A-45E43269507F}"/>
              </a:ext>
            </a:extLst>
          </p:cNvPr>
          <p:cNvSpPr>
            <a:spLocks noGrp="1"/>
          </p:cNvSpPr>
          <p:nvPr>
            <p:ph type="body" sz="quarter" idx="24" hasCustomPrompt="1"/>
          </p:nvPr>
        </p:nvSpPr>
        <p:spPr>
          <a:xfrm>
            <a:off x="1228362" y="150970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Char char="​"/>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19" name="Text Placeholder 42">
            <a:extLst>
              <a:ext uri="{FF2B5EF4-FFF2-40B4-BE49-F238E27FC236}">
                <a16:creationId xmlns:a16="http://schemas.microsoft.com/office/drawing/2014/main" id="{B6E4CD86-1564-28BF-E1E5-3657F03F7E39}"/>
              </a:ext>
            </a:extLst>
          </p:cNvPr>
          <p:cNvSpPr>
            <a:spLocks noGrp="1"/>
          </p:cNvSpPr>
          <p:nvPr>
            <p:ph type="body" sz="quarter" idx="25" hasCustomPrompt="1"/>
          </p:nvPr>
        </p:nvSpPr>
        <p:spPr>
          <a:xfrm>
            <a:off x="4043837" y="1508655"/>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20" name="Text Placeholder 46">
            <a:extLst>
              <a:ext uri="{FF2B5EF4-FFF2-40B4-BE49-F238E27FC236}">
                <a16:creationId xmlns:a16="http://schemas.microsoft.com/office/drawing/2014/main" id="{35EF8B6A-1273-B4B1-C0C3-C4E0016FEF4E}"/>
              </a:ext>
            </a:extLst>
          </p:cNvPr>
          <p:cNvSpPr>
            <a:spLocks noGrp="1"/>
          </p:cNvSpPr>
          <p:nvPr>
            <p:ph type="body" sz="quarter" idx="26" hasCustomPrompt="1"/>
          </p:nvPr>
        </p:nvSpPr>
        <p:spPr>
          <a:xfrm>
            <a:off x="6842883" y="1489099"/>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
        <p:nvSpPr>
          <p:cNvPr id="21" name="Text Placeholder 48">
            <a:extLst>
              <a:ext uri="{FF2B5EF4-FFF2-40B4-BE49-F238E27FC236}">
                <a16:creationId xmlns:a16="http://schemas.microsoft.com/office/drawing/2014/main" id="{D00D31BE-395E-95F1-0D47-32196FDAADB4}"/>
              </a:ext>
            </a:extLst>
          </p:cNvPr>
          <p:cNvSpPr>
            <a:spLocks noGrp="1"/>
          </p:cNvSpPr>
          <p:nvPr>
            <p:ph type="body" sz="quarter" idx="27" hasCustomPrompt="1"/>
          </p:nvPr>
        </p:nvSpPr>
        <p:spPr>
          <a:xfrm>
            <a:off x="9643275" y="1489099"/>
            <a:ext cx="571758" cy="571758"/>
          </a:xfrm>
          <a:prstGeom prst="ellipse">
            <a:avLst/>
          </a:prstGeom>
          <a:solidFill>
            <a:schemeClr val="bg2"/>
          </a:solidFill>
          <a:ln w="25400">
            <a:gradFill flip="none" rotWithShape="1">
              <a:gsLst>
                <a:gs pos="0">
                  <a:schemeClr val="accent1"/>
                </a:gs>
                <a:gs pos="100000">
                  <a:schemeClr val="accent2"/>
                </a:gs>
              </a:gsLst>
              <a:lin ang="0" scaled="1"/>
              <a:tileRect/>
            </a:gradFill>
          </a:ln>
        </p:spPr>
        <p:txBody>
          <a:bodyPr anchor="ctr">
            <a:noAutofit/>
          </a:bodyPr>
          <a:lstStyle>
            <a:lvl1pPr marL="0" indent="0" algn="ctr">
              <a:lnSpc>
                <a:spcPct val="90000"/>
              </a:lnSpc>
              <a:spcBef>
                <a:spcPts val="200"/>
              </a:spcBef>
              <a:spcAft>
                <a:spcPts val="0"/>
              </a:spcAft>
              <a:buFont typeface="Arial" panose="020B0604020202020204" pitchFamily="34" charset="0"/>
              <a:buNone/>
              <a:defRPr sz="2400" b="0" cap="none" baseline="0">
                <a:solidFill>
                  <a:schemeClr val="accent1"/>
                </a:solidFill>
                <a:latin typeface="+mn-lt"/>
              </a:defRPr>
            </a:lvl1pPr>
            <a:lvl2pPr marL="0" indent="0" algn="ctr">
              <a:lnSpc>
                <a:spcPct val="90000"/>
              </a:lnSpc>
              <a:spcBef>
                <a:spcPts val="200"/>
              </a:spcBef>
              <a:spcAft>
                <a:spcPts val="0"/>
              </a:spcAft>
              <a:buFont typeface="Arial" panose="020B0604020202020204" pitchFamily="34" charset="0"/>
              <a:buChar char="​"/>
              <a:defRPr sz="1400" b="0">
                <a:solidFill>
                  <a:schemeClr val="tx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marL="0" marR="0" lvl="0" indent="0" algn="ctr" defTabSz="914400" rtl="0" eaLnBrk="1" fontAlgn="auto" latinLnBrk="0" hangingPunct="1">
              <a:lnSpc>
                <a:spcPct val="90000"/>
              </a:lnSpc>
              <a:spcBef>
                <a:spcPts val="200"/>
              </a:spcBef>
              <a:spcAft>
                <a:spcPts val="0"/>
              </a:spcAft>
              <a:buClr>
                <a:schemeClr val="accent3"/>
              </a:buClr>
              <a:buSzTx/>
              <a:buFont typeface="Arial" panose="020B0604020202020204" pitchFamily="34" charset="0"/>
              <a:buChar char="​"/>
              <a:tabLst/>
              <a:defRPr/>
            </a:pPr>
            <a:r>
              <a:rPr lang="en-US" dirty="0"/>
              <a:t>##</a:t>
            </a:r>
          </a:p>
        </p:txBody>
      </p:sp>
    </p:spTree>
    <p:extLst>
      <p:ext uri="{BB962C8B-B14F-4D97-AF65-F5344CB8AC3E}">
        <p14:creationId xmlns:p14="http://schemas.microsoft.com/office/powerpoint/2010/main" val="19344049"/>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F680B9-3D9B-3696-0F71-B62E4341B9E0}"/>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1386311E-6DE9-D1C4-6409-F288D9A1FCA2}"/>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288875233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secHead" preserve="1">
  <p:cSld name="Section 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D239-1871-2A1F-29F3-BD2B3F67F065}"/>
              </a:ext>
            </a:extLst>
          </p:cNvPr>
          <p:cNvSpPr>
            <a:spLocks noGrp="1"/>
          </p:cNvSpPr>
          <p:nvPr>
            <p:ph type="title" hasCustomPrompt="1"/>
          </p:nvPr>
        </p:nvSpPr>
        <p:spPr>
          <a:xfrm>
            <a:off x="476250" y="365125"/>
            <a:ext cx="9848132" cy="2612015"/>
          </a:xfrm>
        </p:spPr>
        <p:txBody>
          <a:bodyPr anchor="b"/>
          <a:lstStyle>
            <a:lvl1pPr>
              <a:defRPr sz="4800">
                <a:solidFill>
                  <a:schemeClr val="tx2"/>
                </a:solidFill>
              </a:defRPr>
            </a:lvl1pPr>
          </a:lstStyle>
          <a:p>
            <a:r>
              <a:rPr lang="en-US" dirty="0"/>
              <a:t>[Add section headline]</a:t>
            </a:r>
          </a:p>
        </p:txBody>
      </p:sp>
      <p:sp>
        <p:nvSpPr>
          <p:cNvPr id="3" name="Text Placeholder 2">
            <a:extLst>
              <a:ext uri="{FF2B5EF4-FFF2-40B4-BE49-F238E27FC236}">
                <a16:creationId xmlns:a16="http://schemas.microsoft.com/office/drawing/2014/main" id="{2ADFEAD5-7613-0B17-648A-9BEB4CAB2EE0}"/>
              </a:ext>
            </a:extLst>
          </p:cNvPr>
          <p:cNvSpPr>
            <a:spLocks noGrp="1"/>
          </p:cNvSpPr>
          <p:nvPr>
            <p:ph type="body" idx="1" hasCustomPrompt="1"/>
          </p:nvPr>
        </p:nvSpPr>
        <p:spPr>
          <a:xfrm>
            <a:off x="476250" y="3143266"/>
            <a:ext cx="9848132" cy="795495"/>
          </a:xfrm>
        </p:spPr>
        <p:txBody>
          <a:bodyPr/>
          <a:lstStyle>
            <a:lvl1pPr marL="0" indent="0">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 Presenter Name, Title</a:t>
            </a:r>
          </a:p>
        </p:txBody>
      </p:sp>
      <p:sp>
        <p:nvSpPr>
          <p:cNvPr id="4" name="Date Placeholder 3">
            <a:extLst>
              <a:ext uri="{FF2B5EF4-FFF2-40B4-BE49-F238E27FC236}">
                <a16:creationId xmlns:a16="http://schemas.microsoft.com/office/drawing/2014/main" id="{351F9C78-3636-46EB-96A2-8B8959D6D877}"/>
              </a:ext>
            </a:extLst>
          </p:cNvPr>
          <p:cNvSpPr>
            <a:spLocks noGrp="1"/>
          </p:cNvSpPr>
          <p:nvPr>
            <p:ph type="dt" sz="half" idx="10"/>
          </p:nvPr>
        </p:nvSpPr>
        <p:spPr/>
        <p:txBody>
          <a:bodyPr/>
          <a:lstStyle/>
          <a:p>
            <a:fld id="{D2477538-DDFD-4008-BAB3-CA2F4B29F291}" type="datetime1">
              <a:rPr lang="en-US" smtClean="0"/>
              <a:t>10/8/26</a:t>
            </a:fld>
            <a:endParaRPr lang="en-US"/>
          </a:p>
        </p:txBody>
      </p:sp>
      <p:sp>
        <p:nvSpPr>
          <p:cNvPr id="5" name="Footer Placeholder 4">
            <a:extLst>
              <a:ext uri="{FF2B5EF4-FFF2-40B4-BE49-F238E27FC236}">
                <a16:creationId xmlns:a16="http://schemas.microsoft.com/office/drawing/2014/main" id="{3A2E5A38-7750-7523-2517-AFF7E3428F8B}"/>
              </a:ext>
            </a:extLst>
          </p:cNvPr>
          <p:cNvSpPr>
            <a:spLocks noGrp="1"/>
          </p:cNvSpPr>
          <p:nvPr>
            <p:ph type="ftr" sz="quarter" idx="11"/>
          </p:nvPr>
        </p:nvSpPr>
        <p:spPr/>
        <p:txBody>
          <a:bodyPr/>
          <a:lstStyle/>
          <a:p>
            <a:endParaRPr lang="en-US"/>
          </a:p>
        </p:txBody>
      </p:sp>
      <p:sp>
        <p:nvSpPr>
          <p:cNvPr id="8" name="Right Triangle 2">
            <a:extLst>
              <a:ext uri="{FF2B5EF4-FFF2-40B4-BE49-F238E27FC236}">
                <a16:creationId xmlns:a16="http://schemas.microsoft.com/office/drawing/2014/main" id="{18B06690-16EF-1C32-E01C-0A08B1285DC5}"/>
              </a:ext>
            </a:extLst>
          </p:cNvPr>
          <p:cNvSpPr/>
          <p:nvPr userDrawn="1"/>
        </p:nvSpPr>
        <p:spPr>
          <a:xfrm rot="16200000">
            <a:off x="5734591" y="1438169"/>
            <a:ext cx="3219409" cy="7620254"/>
          </a:xfrm>
          <a:custGeom>
            <a:avLst/>
            <a:gdLst>
              <a:gd name="connsiteX0" fmla="*/ 0 w 3080478"/>
              <a:gd name="connsiteY0" fmla="*/ 7220204 h 7220204"/>
              <a:gd name="connsiteX1" fmla="*/ 0 w 3080478"/>
              <a:gd name="connsiteY1" fmla="*/ 0 h 7220204"/>
              <a:gd name="connsiteX2" fmla="*/ 3080478 w 3080478"/>
              <a:gd name="connsiteY2" fmla="*/ 7220204 h 7220204"/>
              <a:gd name="connsiteX3" fmla="*/ 0 w 3080478"/>
              <a:gd name="connsiteY3" fmla="*/ 7220204 h 7220204"/>
              <a:gd name="connsiteX0" fmla="*/ 0 w 3236341"/>
              <a:gd name="connsiteY0" fmla="*/ 7220204 h 7620254"/>
              <a:gd name="connsiteX1" fmla="*/ 0 w 3236341"/>
              <a:gd name="connsiteY1" fmla="*/ 0 h 7620254"/>
              <a:gd name="connsiteX2" fmla="*/ 3236341 w 3236341"/>
              <a:gd name="connsiteY2" fmla="*/ 7620254 h 7620254"/>
              <a:gd name="connsiteX3" fmla="*/ 0 w 3236341"/>
              <a:gd name="connsiteY3" fmla="*/ 7220204 h 7620254"/>
            </a:gdLst>
            <a:ahLst/>
            <a:cxnLst>
              <a:cxn ang="0">
                <a:pos x="connsiteX0" y="connsiteY0"/>
              </a:cxn>
              <a:cxn ang="0">
                <a:pos x="connsiteX1" y="connsiteY1"/>
              </a:cxn>
              <a:cxn ang="0">
                <a:pos x="connsiteX2" y="connsiteY2"/>
              </a:cxn>
              <a:cxn ang="0">
                <a:pos x="connsiteX3" y="connsiteY3"/>
              </a:cxn>
            </a:cxnLst>
            <a:rect l="l" t="t" r="r" b="b"/>
            <a:pathLst>
              <a:path w="3236341" h="7620254">
                <a:moveTo>
                  <a:pt x="0" y="7220204"/>
                </a:moveTo>
                <a:lnTo>
                  <a:pt x="0" y="0"/>
                </a:lnTo>
                <a:lnTo>
                  <a:pt x="3236341" y="7620254"/>
                </a:lnTo>
                <a:lnTo>
                  <a:pt x="0" y="72202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7">
            <a:extLst>
              <a:ext uri="{FF2B5EF4-FFF2-40B4-BE49-F238E27FC236}">
                <a16:creationId xmlns:a16="http://schemas.microsoft.com/office/drawing/2014/main" id="{32849439-FA95-1807-60C5-1621147AF273}"/>
              </a:ext>
            </a:extLst>
          </p:cNvPr>
          <p:cNvSpPr/>
          <p:nvPr userDrawn="1"/>
        </p:nvSpPr>
        <p:spPr>
          <a:xfrm rot="13020306">
            <a:off x="10522537" y="77042"/>
            <a:ext cx="2383252" cy="3557165"/>
          </a:xfrm>
          <a:custGeom>
            <a:avLst/>
            <a:gdLst>
              <a:gd name="connsiteX0" fmla="*/ 0 w 2989034"/>
              <a:gd name="connsiteY0" fmla="*/ 3747387 h 3747387"/>
              <a:gd name="connsiteX1" fmla="*/ 1494517 w 2989034"/>
              <a:gd name="connsiteY1" fmla="*/ 0 h 3747387"/>
              <a:gd name="connsiteX2" fmla="*/ 2989034 w 2989034"/>
              <a:gd name="connsiteY2" fmla="*/ 3747387 h 3747387"/>
              <a:gd name="connsiteX3" fmla="*/ 0 w 2989034"/>
              <a:gd name="connsiteY3" fmla="*/ 3747387 h 3747387"/>
              <a:gd name="connsiteX0" fmla="*/ 0 w 3309786"/>
              <a:gd name="connsiteY0" fmla="*/ 3747387 h 3747387"/>
              <a:gd name="connsiteX1" fmla="*/ 1494517 w 3309786"/>
              <a:gd name="connsiteY1" fmla="*/ 0 h 3747387"/>
              <a:gd name="connsiteX2" fmla="*/ 3309786 w 3309786"/>
              <a:gd name="connsiteY2" fmla="*/ 3180929 h 3747387"/>
              <a:gd name="connsiteX3" fmla="*/ 0 w 3309786"/>
              <a:gd name="connsiteY3" fmla="*/ 3747387 h 3747387"/>
              <a:gd name="connsiteX0" fmla="*/ 91038 w 1815269"/>
              <a:gd name="connsiteY0" fmla="*/ 4479261 h 4479261"/>
              <a:gd name="connsiteX1" fmla="*/ 0 w 1815269"/>
              <a:gd name="connsiteY1" fmla="*/ 0 h 4479261"/>
              <a:gd name="connsiteX2" fmla="*/ 1815269 w 1815269"/>
              <a:gd name="connsiteY2" fmla="*/ 3180929 h 4479261"/>
              <a:gd name="connsiteX3" fmla="*/ 91038 w 1815269"/>
              <a:gd name="connsiteY3" fmla="*/ 4479261 h 4479261"/>
              <a:gd name="connsiteX0" fmla="*/ 91038 w 1815269"/>
              <a:gd name="connsiteY0" fmla="*/ 4479261 h 4479261"/>
              <a:gd name="connsiteX1" fmla="*/ 78524 w 1815269"/>
              <a:gd name="connsiteY1" fmla="*/ 4014238 h 4479261"/>
              <a:gd name="connsiteX2" fmla="*/ 0 w 1815269"/>
              <a:gd name="connsiteY2" fmla="*/ 0 h 4479261"/>
              <a:gd name="connsiteX3" fmla="*/ 1815269 w 1815269"/>
              <a:gd name="connsiteY3" fmla="*/ 3180929 h 4479261"/>
              <a:gd name="connsiteX4" fmla="*/ 91038 w 1815269"/>
              <a:gd name="connsiteY4" fmla="*/ 4479261 h 4479261"/>
              <a:gd name="connsiteX0" fmla="*/ 1494918 w 3219149"/>
              <a:gd name="connsiteY0" fmla="*/ 4479261 h 4479261"/>
              <a:gd name="connsiteX1" fmla="*/ 0 w 3219149"/>
              <a:gd name="connsiteY1" fmla="*/ 2461205 h 4479261"/>
              <a:gd name="connsiteX2" fmla="*/ 1403880 w 3219149"/>
              <a:gd name="connsiteY2" fmla="*/ 0 h 4479261"/>
              <a:gd name="connsiteX3" fmla="*/ 3219149 w 3219149"/>
              <a:gd name="connsiteY3" fmla="*/ 3180929 h 4479261"/>
              <a:gd name="connsiteX4" fmla="*/ 1494918 w 3219149"/>
              <a:gd name="connsiteY4" fmla="*/ 4479261 h 4479261"/>
              <a:gd name="connsiteX0" fmla="*/ 1505145 w 3219149"/>
              <a:gd name="connsiteY0" fmla="*/ 4475824 h 4475824"/>
              <a:gd name="connsiteX1" fmla="*/ 0 w 3219149"/>
              <a:gd name="connsiteY1" fmla="*/ 2461205 h 4475824"/>
              <a:gd name="connsiteX2" fmla="*/ 1403880 w 3219149"/>
              <a:gd name="connsiteY2" fmla="*/ 0 h 4475824"/>
              <a:gd name="connsiteX3" fmla="*/ 3219149 w 3219149"/>
              <a:gd name="connsiteY3" fmla="*/ 3180929 h 4475824"/>
              <a:gd name="connsiteX4" fmla="*/ 1505145 w 3219149"/>
              <a:gd name="connsiteY4" fmla="*/ 4475824 h 4475824"/>
              <a:gd name="connsiteX0" fmla="*/ 1511534 w 3219149"/>
              <a:gd name="connsiteY0" fmla="*/ 4291563 h 4291563"/>
              <a:gd name="connsiteX1" fmla="*/ 0 w 3219149"/>
              <a:gd name="connsiteY1" fmla="*/ 2461205 h 4291563"/>
              <a:gd name="connsiteX2" fmla="*/ 1403880 w 3219149"/>
              <a:gd name="connsiteY2" fmla="*/ 0 h 4291563"/>
              <a:gd name="connsiteX3" fmla="*/ 3219149 w 3219149"/>
              <a:gd name="connsiteY3" fmla="*/ 3180929 h 4291563"/>
              <a:gd name="connsiteX4" fmla="*/ 1511534 w 3219149"/>
              <a:gd name="connsiteY4" fmla="*/ 4291563 h 4291563"/>
              <a:gd name="connsiteX0" fmla="*/ 1499655 w 3219149"/>
              <a:gd name="connsiteY0" fmla="*/ 4462871 h 4462871"/>
              <a:gd name="connsiteX1" fmla="*/ 0 w 3219149"/>
              <a:gd name="connsiteY1" fmla="*/ 2461205 h 4462871"/>
              <a:gd name="connsiteX2" fmla="*/ 1403880 w 3219149"/>
              <a:gd name="connsiteY2" fmla="*/ 0 h 4462871"/>
              <a:gd name="connsiteX3" fmla="*/ 3219149 w 3219149"/>
              <a:gd name="connsiteY3" fmla="*/ 3180929 h 4462871"/>
              <a:gd name="connsiteX4" fmla="*/ 1499655 w 3219149"/>
              <a:gd name="connsiteY4" fmla="*/ 4462871 h 4462871"/>
              <a:gd name="connsiteX0" fmla="*/ 1499655 w 3214370"/>
              <a:gd name="connsiteY0" fmla="*/ 4462871 h 4462871"/>
              <a:gd name="connsiteX1" fmla="*/ 0 w 3214370"/>
              <a:gd name="connsiteY1" fmla="*/ 2461205 h 4462871"/>
              <a:gd name="connsiteX2" fmla="*/ 1403880 w 3214370"/>
              <a:gd name="connsiteY2" fmla="*/ 0 h 4462871"/>
              <a:gd name="connsiteX3" fmla="*/ 3214370 w 3214370"/>
              <a:gd name="connsiteY3" fmla="*/ 3180258 h 4462871"/>
              <a:gd name="connsiteX4" fmla="*/ 1499655 w 3214370"/>
              <a:gd name="connsiteY4" fmla="*/ 4462871 h 4462871"/>
              <a:gd name="connsiteX0" fmla="*/ 1499655 w 3214370"/>
              <a:gd name="connsiteY0" fmla="*/ 4373505 h 4373505"/>
              <a:gd name="connsiteX1" fmla="*/ 0 w 3214370"/>
              <a:gd name="connsiteY1" fmla="*/ 2371839 h 4373505"/>
              <a:gd name="connsiteX2" fmla="*/ 1415692 w 3214370"/>
              <a:gd name="connsiteY2" fmla="*/ 0 h 4373505"/>
              <a:gd name="connsiteX3" fmla="*/ 3214370 w 3214370"/>
              <a:gd name="connsiteY3" fmla="*/ 3090892 h 4373505"/>
              <a:gd name="connsiteX4" fmla="*/ 1499655 w 3214370"/>
              <a:gd name="connsiteY4" fmla="*/ 4373505 h 4373505"/>
              <a:gd name="connsiteX0" fmla="*/ 1499655 w 3214370"/>
              <a:gd name="connsiteY0" fmla="*/ 4435543 h 4435543"/>
              <a:gd name="connsiteX1" fmla="*/ 0 w 3214370"/>
              <a:gd name="connsiteY1" fmla="*/ 2433877 h 4435543"/>
              <a:gd name="connsiteX2" fmla="*/ 1390297 w 3214370"/>
              <a:gd name="connsiteY2" fmla="*/ 0 h 4435543"/>
              <a:gd name="connsiteX3" fmla="*/ 3214370 w 3214370"/>
              <a:gd name="connsiteY3" fmla="*/ 3152930 h 4435543"/>
              <a:gd name="connsiteX4" fmla="*/ 1499655 w 3214370"/>
              <a:gd name="connsiteY4" fmla="*/ 4435543 h 4435543"/>
              <a:gd name="connsiteX0" fmla="*/ 1499655 w 3237631"/>
              <a:gd name="connsiteY0" fmla="*/ 4435543 h 4435543"/>
              <a:gd name="connsiteX1" fmla="*/ 0 w 3237631"/>
              <a:gd name="connsiteY1" fmla="*/ 2433877 h 4435543"/>
              <a:gd name="connsiteX2" fmla="*/ 1390297 w 3237631"/>
              <a:gd name="connsiteY2" fmla="*/ 0 h 4435543"/>
              <a:gd name="connsiteX3" fmla="*/ 3237631 w 3237631"/>
              <a:gd name="connsiteY3" fmla="*/ 3178124 h 4435543"/>
              <a:gd name="connsiteX4" fmla="*/ 1499655 w 3237631"/>
              <a:gd name="connsiteY4" fmla="*/ 4435543 h 4435543"/>
              <a:gd name="connsiteX0" fmla="*/ 1499655 w 3208881"/>
              <a:gd name="connsiteY0" fmla="*/ 4435543 h 4435543"/>
              <a:gd name="connsiteX1" fmla="*/ 0 w 3208881"/>
              <a:gd name="connsiteY1" fmla="*/ 2433877 h 4435543"/>
              <a:gd name="connsiteX2" fmla="*/ 1390297 w 3208881"/>
              <a:gd name="connsiteY2" fmla="*/ 0 h 4435543"/>
              <a:gd name="connsiteX3" fmla="*/ 3208881 w 3208881"/>
              <a:gd name="connsiteY3" fmla="*/ 3139978 h 4435543"/>
              <a:gd name="connsiteX4" fmla="*/ 1499655 w 3208881"/>
              <a:gd name="connsiteY4" fmla="*/ 4435543 h 4435543"/>
              <a:gd name="connsiteX0" fmla="*/ 1496890 w 3208881"/>
              <a:gd name="connsiteY0" fmla="*/ 4420537 h 4420537"/>
              <a:gd name="connsiteX1" fmla="*/ 0 w 3208881"/>
              <a:gd name="connsiteY1" fmla="*/ 2433877 h 4420537"/>
              <a:gd name="connsiteX2" fmla="*/ 1390297 w 3208881"/>
              <a:gd name="connsiteY2" fmla="*/ 0 h 4420537"/>
              <a:gd name="connsiteX3" fmla="*/ 3208881 w 3208881"/>
              <a:gd name="connsiteY3" fmla="*/ 3139978 h 4420537"/>
              <a:gd name="connsiteX4" fmla="*/ 1496890 w 3208881"/>
              <a:gd name="connsiteY4" fmla="*/ 4420537 h 4420537"/>
              <a:gd name="connsiteX0" fmla="*/ 1503051 w 3208881"/>
              <a:gd name="connsiteY0" fmla="*/ 4428711 h 4428711"/>
              <a:gd name="connsiteX1" fmla="*/ 0 w 3208881"/>
              <a:gd name="connsiteY1" fmla="*/ 2433877 h 4428711"/>
              <a:gd name="connsiteX2" fmla="*/ 1390297 w 3208881"/>
              <a:gd name="connsiteY2" fmla="*/ 0 h 4428711"/>
              <a:gd name="connsiteX3" fmla="*/ 3208881 w 3208881"/>
              <a:gd name="connsiteY3" fmla="*/ 3139978 h 4428711"/>
              <a:gd name="connsiteX4" fmla="*/ 1503051 w 3208881"/>
              <a:gd name="connsiteY4" fmla="*/ 4428711 h 4428711"/>
              <a:gd name="connsiteX0" fmla="*/ 1503051 w 3215042"/>
              <a:gd name="connsiteY0" fmla="*/ 4428711 h 4428711"/>
              <a:gd name="connsiteX1" fmla="*/ 0 w 3215042"/>
              <a:gd name="connsiteY1" fmla="*/ 2433877 h 4428711"/>
              <a:gd name="connsiteX2" fmla="*/ 1390297 w 3215042"/>
              <a:gd name="connsiteY2" fmla="*/ 0 h 4428711"/>
              <a:gd name="connsiteX3" fmla="*/ 3215042 w 3215042"/>
              <a:gd name="connsiteY3" fmla="*/ 3148153 h 4428711"/>
              <a:gd name="connsiteX4" fmla="*/ 1503051 w 3215042"/>
              <a:gd name="connsiteY4" fmla="*/ 4428711 h 4428711"/>
              <a:gd name="connsiteX0" fmla="*/ 1506487 w 3215042"/>
              <a:gd name="connsiteY0" fmla="*/ 4438939 h 4438939"/>
              <a:gd name="connsiteX1" fmla="*/ 0 w 3215042"/>
              <a:gd name="connsiteY1" fmla="*/ 2433877 h 4438939"/>
              <a:gd name="connsiteX2" fmla="*/ 1390297 w 3215042"/>
              <a:gd name="connsiteY2" fmla="*/ 0 h 4438939"/>
              <a:gd name="connsiteX3" fmla="*/ 3215042 w 3215042"/>
              <a:gd name="connsiteY3" fmla="*/ 3148153 h 4438939"/>
              <a:gd name="connsiteX4" fmla="*/ 1506487 w 3215042"/>
              <a:gd name="connsiteY4" fmla="*/ 4438939 h 4438939"/>
              <a:gd name="connsiteX0" fmla="*/ 1420343 w 3215042"/>
              <a:gd name="connsiteY0" fmla="*/ 4088648 h 4088648"/>
              <a:gd name="connsiteX1" fmla="*/ 0 w 3215042"/>
              <a:gd name="connsiteY1" fmla="*/ 2433877 h 4088648"/>
              <a:gd name="connsiteX2" fmla="*/ 1390297 w 3215042"/>
              <a:gd name="connsiteY2" fmla="*/ 0 h 4088648"/>
              <a:gd name="connsiteX3" fmla="*/ 3215042 w 3215042"/>
              <a:gd name="connsiteY3" fmla="*/ 3148153 h 4088648"/>
              <a:gd name="connsiteX4" fmla="*/ 1420343 w 3215042"/>
              <a:gd name="connsiteY4" fmla="*/ 4088648 h 4088648"/>
              <a:gd name="connsiteX0" fmla="*/ 2750218 w 3215042"/>
              <a:gd name="connsiteY0" fmla="*/ 3480066 h 3480066"/>
              <a:gd name="connsiteX1" fmla="*/ 0 w 3215042"/>
              <a:gd name="connsiteY1" fmla="*/ 2433877 h 3480066"/>
              <a:gd name="connsiteX2" fmla="*/ 1390297 w 3215042"/>
              <a:gd name="connsiteY2" fmla="*/ 0 h 3480066"/>
              <a:gd name="connsiteX3" fmla="*/ 3215042 w 3215042"/>
              <a:gd name="connsiteY3" fmla="*/ 3148153 h 3480066"/>
              <a:gd name="connsiteX4" fmla="*/ 2750218 w 3215042"/>
              <a:gd name="connsiteY4" fmla="*/ 3480066 h 3480066"/>
              <a:gd name="connsiteX0" fmla="*/ 1921864 w 2386688"/>
              <a:gd name="connsiteY0" fmla="*/ 3480066 h 3480066"/>
              <a:gd name="connsiteX1" fmla="*/ 0 w 2386688"/>
              <a:gd name="connsiteY1" fmla="*/ 991285 h 3480066"/>
              <a:gd name="connsiteX2" fmla="*/ 561943 w 2386688"/>
              <a:gd name="connsiteY2" fmla="*/ 0 h 3480066"/>
              <a:gd name="connsiteX3" fmla="*/ 2386688 w 2386688"/>
              <a:gd name="connsiteY3" fmla="*/ 3148153 h 3480066"/>
              <a:gd name="connsiteX4" fmla="*/ 1921864 w 2386688"/>
              <a:gd name="connsiteY4" fmla="*/ 3480066 h 3480066"/>
              <a:gd name="connsiteX0" fmla="*/ 1921864 w 2383252"/>
              <a:gd name="connsiteY0" fmla="*/ 3480066 h 3480066"/>
              <a:gd name="connsiteX1" fmla="*/ 0 w 2383252"/>
              <a:gd name="connsiteY1" fmla="*/ 991285 h 3480066"/>
              <a:gd name="connsiteX2" fmla="*/ 561943 w 2383252"/>
              <a:gd name="connsiteY2" fmla="*/ 0 h 3480066"/>
              <a:gd name="connsiteX3" fmla="*/ 2383252 w 2383252"/>
              <a:gd name="connsiteY3" fmla="*/ 3138147 h 3480066"/>
              <a:gd name="connsiteX4" fmla="*/ 1921864 w 2383252"/>
              <a:gd name="connsiteY4" fmla="*/ 3480066 h 348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3252" h="3480066">
                <a:moveTo>
                  <a:pt x="1921864" y="3480066"/>
                </a:moveTo>
                <a:lnTo>
                  <a:pt x="0" y="991285"/>
                </a:lnTo>
                <a:lnTo>
                  <a:pt x="561943" y="0"/>
                </a:lnTo>
                <a:lnTo>
                  <a:pt x="2383252" y="3138147"/>
                </a:lnTo>
                <a:lnTo>
                  <a:pt x="1921864" y="3480066"/>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BFEE090-0D6F-2B15-3688-F36CB80D2F2B}"/>
              </a:ext>
            </a:extLst>
          </p:cNvPr>
          <p:cNvSpPr>
            <a:spLocks noGrp="1"/>
          </p:cNvSpPr>
          <p:nvPr>
            <p:ph type="sldNum" sz="quarter" idx="12"/>
          </p:nvPr>
        </p:nvSpPr>
        <p:spPr/>
        <p:txBody>
          <a:bodyPr/>
          <a:lstStyle/>
          <a:p>
            <a:fld id="{16C30856-2FD0-40BB-988B-8BB8612257E2}" type="slidenum">
              <a:rPr lang="en-US" smtClean="0"/>
              <a:t>‹#›</a:t>
            </a:fld>
            <a:endParaRPr lang="en-US"/>
          </a:p>
        </p:txBody>
      </p:sp>
      <p:sp>
        <p:nvSpPr>
          <p:cNvPr id="7" name="Rectangle 6">
            <a:extLst>
              <a:ext uri="{FF2B5EF4-FFF2-40B4-BE49-F238E27FC236}">
                <a16:creationId xmlns:a16="http://schemas.microsoft.com/office/drawing/2014/main" id="{1182ED29-72B5-B6DB-CB96-2D069E4183E7}"/>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301268675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 Statement 1">
    <p:spTree>
      <p:nvGrpSpPr>
        <p:cNvPr id="1" name=""/>
        <p:cNvGrpSpPr/>
        <p:nvPr/>
      </p:nvGrpSpPr>
      <p:grpSpPr>
        <a:xfrm>
          <a:off x="0" y="0"/>
          <a:ext cx="0" cy="0"/>
          <a:chOff x="0" y="0"/>
          <a:chExt cx="0" cy="0"/>
        </a:xfrm>
      </p:grpSpPr>
      <p:sp>
        <p:nvSpPr>
          <p:cNvPr id="3" name="Arrow: Pentagon 1">
            <a:extLst>
              <a:ext uri="{FF2B5EF4-FFF2-40B4-BE49-F238E27FC236}">
                <a16:creationId xmlns:a16="http://schemas.microsoft.com/office/drawing/2014/main" id="{34BF74F0-2EB2-16A3-FBDE-A80374B42673}"/>
              </a:ext>
            </a:extLst>
          </p:cNvPr>
          <p:cNvSpPr/>
          <p:nvPr userDrawn="1"/>
        </p:nvSpPr>
        <p:spPr>
          <a:xfrm>
            <a:off x="0" y="5172094"/>
            <a:ext cx="5932170" cy="1691600"/>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2170" h="1685904">
                <a:moveTo>
                  <a:pt x="0" y="0"/>
                </a:moveTo>
                <a:lnTo>
                  <a:pt x="5932170" y="0"/>
                </a:lnTo>
                <a:lnTo>
                  <a:pt x="4960415" y="1685904"/>
                </a:lnTo>
                <a:lnTo>
                  <a:pt x="0" y="168540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Pentagon 1">
            <a:extLst>
              <a:ext uri="{FF2B5EF4-FFF2-40B4-BE49-F238E27FC236}">
                <a16:creationId xmlns:a16="http://schemas.microsoft.com/office/drawing/2014/main" id="{8273C4E2-E5B1-C405-BE2B-6C568B6EA9C2}"/>
              </a:ext>
            </a:extLst>
          </p:cNvPr>
          <p:cNvSpPr/>
          <p:nvPr userDrawn="1"/>
        </p:nvSpPr>
        <p:spPr>
          <a:xfrm rot="10800000">
            <a:off x="4951644" y="5172094"/>
            <a:ext cx="7246106" cy="1685906"/>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0210"/>
              <a:gd name="connsiteX1" fmla="*/ 5932170 w 5932170"/>
              <a:gd name="connsiteY1" fmla="*/ 0 h 1680210"/>
              <a:gd name="connsiteX2" fmla="*/ 5144371 w 5932170"/>
              <a:gd name="connsiteY2" fmla="*/ 1680153 h 1680210"/>
              <a:gd name="connsiteX3" fmla="*/ 0 w 5932170"/>
              <a:gd name="connsiteY3" fmla="*/ 1680210 h 1680210"/>
              <a:gd name="connsiteX4" fmla="*/ 0 w 5932170"/>
              <a:gd name="connsiteY4" fmla="*/ 0 h 1680210"/>
              <a:gd name="connsiteX0" fmla="*/ 0 w 5943145"/>
              <a:gd name="connsiteY0" fmla="*/ 0 h 1680210"/>
              <a:gd name="connsiteX1" fmla="*/ 5943145 w 5943145"/>
              <a:gd name="connsiteY1" fmla="*/ 0 h 1680210"/>
              <a:gd name="connsiteX2" fmla="*/ 5144371 w 5943145"/>
              <a:gd name="connsiteY2" fmla="*/ 1680153 h 1680210"/>
              <a:gd name="connsiteX3" fmla="*/ 0 w 5943145"/>
              <a:gd name="connsiteY3" fmla="*/ 1680210 h 1680210"/>
              <a:gd name="connsiteX4" fmla="*/ 0 w 5943145"/>
              <a:gd name="connsiteY4" fmla="*/ 0 h 168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145" h="1680210">
                <a:moveTo>
                  <a:pt x="0" y="0"/>
                </a:moveTo>
                <a:lnTo>
                  <a:pt x="5943145" y="0"/>
                </a:lnTo>
                <a:lnTo>
                  <a:pt x="5144371" y="1680153"/>
                </a:lnTo>
                <a:lnTo>
                  <a:pt x="0" y="168021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B59CC345-43E1-CC91-02FC-1C3BB99B1EA5}"/>
              </a:ext>
            </a:extLst>
          </p:cNvPr>
          <p:cNvSpPr>
            <a:spLocks noGrp="1"/>
          </p:cNvSpPr>
          <p:nvPr>
            <p:ph type="dt" sz="half" idx="10"/>
          </p:nvPr>
        </p:nvSpPr>
        <p:spPr/>
        <p:txBody>
          <a:bodyPr/>
          <a:lstStyle/>
          <a:p>
            <a:fld id="{4B3618B4-8EC0-429A-8307-550B7AD1DEFA}" type="datetime1">
              <a:rPr lang="en-US" smtClean="0"/>
              <a:t>10/8/26</a:t>
            </a:fld>
            <a:endParaRPr lang="en-US"/>
          </a:p>
        </p:txBody>
      </p:sp>
      <p:sp>
        <p:nvSpPr>
          <p:cNvPr id="9" name="Footer Placeholder 8">
            <a:extLst>
              <a:ext uri="{FF2B5EF4-FFF2-40B4-BE49-F238E27FC236}">
                <a16:creationId xmlns:a16="http://schemas.microsoft.com/office/drawing/2014/main" id="{2F3FA376-B76F-802A-6F7C-21CF97C5F811}"/>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3A226D8A-B3D5-4091-A61C-A34CE3B821D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3" name="Arrow: Pentagon 1">
            <a:extLst>
              <a:ext uri="{FF2B5EF4-FFF2-40B4-BE49-F238E27FC236}">
                <a16:creationId xmlns:a16="http://schemas.microsoft.com/office/drawing/2014/main" id="{50238C67-5F1F-3146-4EAF-ADDE84E0EED8}"/>
              </a:ext>
            </a:extLst>
          </p:cNvPr>
          <p:cNvSpPr/>
          <p:nvPr userDrawn="1"/>
        </p:nvSpPr>
        <p:spPr>
          <a:xfrm>
            <a:off x="0" y="0"/>
            <a:ext cx="8962569" cy="5172094"/>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5185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37176 w 5932170"/>
              <a:gd name="connsiteY2" fmla="*/ 1685904 h 1685904"/>
              <a:gd name="connsiteX3" fmla="*/ 0 w 5932170"/>
              <a:gd name="connsiteY3" fmla="*/ 1685406 h 1685904"/>
              <a:gd name="connsiteX4" fmla="*/ 0 w 5932170"/>
              <a:gd name="connsiteY4" fmla="*/ 0 h 1685904"/>
              <a:gd name="connsiteX0" fmla="*/ 0 w 5946849"/>
              <a:gd name="connsiteY0" fmla="*/ 0 h 1685904"/>
              <a:gd name="connsiteX1" fmla="*/ 5946849 w 5946849"/>
              <a:gd name="connsiteY1" fmla="*/ 0 h 1685904"/>
              <a:gd name="connsiteX2" fmla="*/ 3937176 w 5946849"/>
              <a:gd name="connsiteY2" fmla="*/ 1685904 h 1685904"/>
              <a:gd name="connsiteX3" fmla="*/ 0 w 5946849"/>
              <a:gd name="connsiteY3" fmla="*/ 1685406 h 1685904"/>
              <a:gd name="connsiteX4" fmla="*/ 0 w 5946849"/>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849" h="1685904">
                <a:moveTo>
                  <a:pt x="0" y="0"/>
                </a:moveTo>
                <a:lnTo>
                  <a:pt x="5946849" y="0"/>
                </a:lnTo>
                <a:lnTo>
                  <a:pt x="3937176" y="1685904"/>
                </a:lnTo>
                <a:lnTo>
                  <a:pt x="0" y="1685406"/>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6FF84B68-B0F8-BA6E-6ED7-5F2DAF5F1317}"/>
              </a:ext>
            </a:extLst>
          </p:cNvPr>
          <p:cNvSpPr>
            <a:spLocks noGrp="1"/>
          </p:cNvSpPr>
          <p:nvPr>
            <p:ph type="title" hasCustomPrompt="1"/>
          </p:nvPr>
        </p:nvSpPr>
        <p:spPr>
          <a:xfrm>
            <a:off x="476655" y="555171"/>
            <a:ext cx="5449767" cy="4103915"/>
          </a:xfrm>
        </p:spPr>
        <p:txBody>
          <a:bodyPr anchor="ctr"/>
          <a:lstStyle>
            <a:lvl1pPr>
              <a:defRPr/>
            </a:lvl1pPr>
          </a:lstStyle>
          <a:p>
            <a:r>
              <a:rPr lang="en-US" dirty="0"/>
              <a:t>[Add divider text, statement or mention]</a:t>
            </a:r>
          </a:p>
        </p:txBody>
      </p:sp>
      <p:pic>
        <p:nvPicPr>
          <p:cNvPr id="5" name="Picture 4">
            <a:extLst>
              <a:ext uri="{FF2B5EF4-FFF2-40B4-BE49-F238E27FC236}">
                <a16:creationId xmlns:a16="http://schemas.microsoft.com/office/drawing/2014/main" id="{D554E1F4-EDB9-FEFF-5060-7825C8560B6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5935077" y="0"/>
            <a:ext cx="6256923" cy="5169856"/>
          </a:xfrm>
          <a:custGeom>
            <a:avLst/>
            <a:gdLst>
              <a:gd name="connsiteX0" fmla="*/ 3027492 w 6256923"/>
              <a:gd name="connsiteY0" fmla="*/ 0 h 5169856"/>
              <a:gd name="connsiteX1" fmla="*/ 6256923 w 6256923"/>
              <a:gd name="connsiteY1" fmla="*/ 0 h 5169856"/>
              <a:gd name="connsiteX2" fmla="*/ 6256923 w 6256923"/>
              <a:gd name="connsiteY2" fmla="*/ 5169856 h 5169856"/>
              <a:gd name="connsiteX3" fmla="*/ 0 w 6256923"/>
              <a:gd name="connsiteY3" fmla="*/ 5169856 h 5169856"/>
            </a:gdLst>
            <a:ahLst/>
            <a:cxnLst>
              <a:cxn ang="0">
                <a:pos x="connsiteX0" y="connsiteY0"/>
              </a:cxn>
              <a:cxn ang="0">
                <a:pos x="connsiteX1" y="connsiteY1"/>
              </a:cxn>
              <a:cxn ang="0">
                <a:pos x="connsiteX2" y="connsiteY2"/>
              </a:cxn>
              <a:cxn ang="0">
                <a:pos x="connsiteX3" y="connsiteY3"/>
              </a:cxn>
            </a:cxnLst>
            <a:rect l="l" t="t" r="r" b="b"/>
            <a:pathLst>
              <a:path w="6256923" h="5169856">
                <a:moveTo>
                  <a:pt x="3027492" y="0"/>
                </a:moveTo>
                <a:lnTo>
                  <a:pt x="6256923" y="0"/>
                </a:lnTo>
                <a:lnTo>
                  <a:pt x="6256923" y="5169856"/>
                </a:lnTo>
                <a:lnTo>
                  <a:pt x="0" y="5169856"/>
                </a:lnTo>
                <a:close/>
              </a:path>
            </a:pathLst>
          </a:custGeom>
        </p:spPr>
      </p:pic>
      <p:pic>
        <p:nvPicPr>
          <p:cNvPr id="6" name="Graphic 5">
            <a:extLst>
              <a:ext uri="{FF2B5EF4-FFF2-40B4-BE49-F238E27FC236}">
                <a16:creationId xmlns:a16="http://schemas.microsoft.com/office/drawing/2014/main" id="{4D56EB81-659A-6BE1-C64D-4C59710555F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17" name="Picture Placeholder 16">
            <a:extLst>
              <a:ext uri="{FF2B5EF4-FFF2-40B4-BE49-F238E27FC236}">
                <a16:creationId xmlns:a16="http://schemas.microsoft.com/office/drawing/2014/main" id="{DC514E8F-25C7-8BAB-CE9A-F10E3E5E69CB}"/>
              </a:ext>
            </a:extLst>
          </p:cNvPr>
          <p:cNvSpPr>
            <a:spLocks noGrp="1"/>
          </p:cNvSpPr>
          <p:nvPr>
            <p:ph type="pic" sz="quarter" idx="13" hasCustomPrompt="1"/>
          </p:nvPr>
        </p:nvSpPr>
        <p:spPr>
          <a:xfrm>
            <a:off x="5935663" y="0"/>
            <a:ext cx="6255749" cy="5165724"/>
          </a:xfrm>
          <a:custGeom>
            <a:avLst/>
            <a:gdLst>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08312 w 6255749"/>
              <a:gd name="connsiteY5" fmla="*/ 9526 h 5165724"/>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19165 w 6255749"/>
              <a:gd name="connsiteY5" fmla="*/ 1386 h 5165724"/>
              <a:gd name="connsiteX6" fmla="*/ 6255408 w 6255749"/>
              <a:gd name="connsiteY6" fmla="*/ 0 h 516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5749" h="5165724">
                <a:moveTo>
                  <a:pt x="6255408" y="0"/>
                </a:moveTo>
                <a:lnTo>
                  <a:pt x="6255749" y="0"/>
                </a:lnTo>
                <a:lnTo>
                  <a:pt x="6255749" y="5165724"/>
                </a:lnTo>
                <a:lnTo>
                  <a:pt x="0" y="5165724"/>
                </a:lnTo>
                <a:lnTo>
                  <a:pt x="0" y="5164718"/>
                </a:lnTo>
                <a:lnTo>
                  <a:pt x="3019165" y="1386"/>
                </a:lnTo>
                <a:lnTo>
                  <a:pt x="6255408" y="0"/>
                </a:lnTo>
                <a:close/>
              </a:path>
            </a:pathLst>
          </a:custGeom>
        </p:spPr>
        <p:txBody>
          <a:bodyPr wrap="square" anchor="ctr">
            <a:noAutofit/>
          </a:bodyPr>
          <a:lstStyle>
            <a:lvl1pPr marL="0" indent="0" algn="ctr">
              <a:buNone/>
              <a:defRPr sz="1200"/>
            </a:lvl1pPr>
          </a:lstStyle>
          <a:p>
            <a:r>
              <a:rPr lang="en-US" dirty="0"/>
              <a:t> </a:t>
            </a:r>
          </a:p>
        </p:txBody>
      </p:sp>
      <p:sp>
        <p:nvSpPr>
          <p:cNvPr id="18" name="Rectangle 17">
            <a:extLst>
              <a:ext uri="{FF2B5EF4-FFF2-40B4-BE49-F238E27FC236}">
                <a16:creationId xmlns:a16="http://schemas.microsoft.com/office/drawing/2014/main" id="{17942029-3358-E09E-4245-B0DD3B34C3C5}"/>
              </a:ext>
            </a:extLst>
          </p:cNvPr>
          <p:cNvSpPr/>
          <p:nvPr userDrawn="1"/>
        </p:nvSpPr>
        <p:spPr>
          <a:xfrm>
            <a:off x="12269021" y="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3579257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Lst>
  </p:timing>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 Statement 2">
    <p:bg>
      <p:bgPr>
        <a:solidFill>
          <a:srgbClr val="02115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F97D6D7-AC79-1D56-A6FA-C421D7E196E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6106818" y="0"/>
            <a:ext cx="6085182" cy="6858000"/>
          </a:xfrm>
          <a:custGeom>
            <a:avLst/>
            <a:gdLst>
              <a:gd name="connsiteX0" fmla="*/ 6085182 w 6085182"/>
              <a:gd name="connsiteY0" fmla="*/ 0 h 6858000"/>
              <a:gd name="connsiteX1" fmla="*/ 6085182 w 6085182"/>
              <a:gd name="connsiteY1" fmla="*/ 6858000 h 6858000"/>
              <a:gd name="connsiteX2" fmla="*/ 0 w 6085182"/>
              <a:gd name="connsiteY2" fmla="*/ 6858000 h 6858000"/>
              <a:gd name="connsiteX3" fmla="*/ 0 w 6085182"/>
              <a:gd name="connsiteY3" fmla="*/ 4553145 h 6858000"/>
            </a:gdLst>
            <a:ahLst/>
            <a:cxnLst>
              <a:cxn ang="0">
                <a:pos x="connsiteX0" y="connsiteY0"/>
              </a:cxn>
              <a:cxn ang="0">
                <a:pos x="connsiteX1" y="connsiteY1"/>
              </a:cxn>
              <a:cxn ang="0">
                <a:pos x="connsiteX2" y="connsiteY2"/>
              </a:cxn>
              <a:cxn ang="0">
                <a:pos x="connsiteX3" y="connsiteY3"/>
              </a:cxn>
            </a:cxnLst>
            <a:rect l="l" t="t" r="r" b="b"/>
            <a:pathLst>
              <a:path w="6085182" h="6858000">
                <a:moveTo>
                  <a:pt x="6085182" y="0"/>
                </a:moveTo>
                <a:lnTo>
                  <a:pt x="6085182" y="6858000"/>
                </a:lnTo>
                <a:lnTo>
                  <a:pt x="0" y="6858000"/>
                </a:lnTo>
                <a:lnTo>
                  <a:pt x="0" y="4553145"/>
                </a:lnTo>
                <a:close/>
              </a:path>
            </a:pathLst>
          </a:custGeom>
        </p:spPr>
      </p:pic>
      <p:sp>
        <p:nvSpPr>
          <p:cNvPr id="9" name="Rectangle 8">
            <a:extLst>
              <a:ext uri="{FF2B5EF4-FFF2-40B4-BE49-F238E27FC236}">
                <a16:creationId xmlns:a16="http://schemas.microsoft.com/office/drawing/2014/main" id="{784C812B-626F-A983-2C66-856E4140B049}"/>
              </a:ext>
            </a:extLst>
          </p:cNvPr>
          <p:cNvSpPr/>
          <p:nvPr userDrawn="1"/>
        </p:nvSpPr>
        <p:spPr>
          <a:xfrm>
            <a:off x="-2" y="-246"/>
            <a:ext cx="6096001" cy="6858246"/>
          </a:xfrm>
          <a:prstGeom prst="rect">
            <a:avLst/>
          </a:prstGeom>
          <a:solidFill>
            <a:srgbClr val="0211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C972A0E5-3C22-CFC8-FBFF-E915611E6FE0}"/>
              </a:ext>
            </a:extLst>
          </p:cNvPr>
          <p:cNvSpPr/>
          <p:nvPr userDrawn="1"/>
        </p:nvSpPr>
        <p:spPr>
          <a:xfrm rot="10800000" flipH="1">
            <a:off x="6095998" y="-250"/>
            <a:ext cx="6096002" cy="456124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2D4F891-9813-183A-A245-1CB670A590B6}"/>
              </a:ext>
            </a:extLst>
          </p:cNvPr>
          <p:cNvPicPr>
            <a:picLocks noChangeAspect="1"/>
          </p:cNvPicPr>
          <p:nvPr userDrawn="1"/>
        </p:nvPicPr>
        <p:blipFill>
          <a:blip r:embed="rId3"/>
          <a:stretch>
            <a:fillRect/>
          </a:stretch>
        </p:blipFill>
        <p:spPr>
          <a:xfrm>
            <a:off x="2267378" y="4559609"/>
            <a:ext cx="3828620" cy="2298391"/>
          </a:xfrm>
          <a:prstGeom prst="rect">
            <a:avLst/>
          </a:prstGeom>
        </p:spPr>
      </p:pic>
      <p:sp>
        <p:nvSpPr>
          <p:cNvPr id="2" name="Title 1">
            <a:extLst>
              <a:ext uri="{FF2B5EF4-FFF2-40B4-BE49-F238E27FC236}">
                <a16:creationId xmlns:a16="http://schemas.microsoft.com/office/drawing/2014/main" id="{433EB2F3-179D-7B1B-13BC-F850A8AE1788}"/>
              </a:ext>
            </a:extLst>
          </p:cNvPr>
          <p:cNvSpPr>
            <a:spLocks noGrp="1"/>
          </p:cNvSpPr>
          <p:nvPr>
            <p:ph type="title" hasCustomPrompt="1"/>
          </p:nvPr>
        </p:nvSpPr>
        <p:spPr>
          <a:xfrm>
            <a:off x="476655" y="555171"/>
            <a:ext cx="5449767" cy="4103915"/>
          </a:xfrm>
        </p:spPr>
        <p:txBody>
          <a:bodyPr anchor="ctr"/>
          <a:lstStyle/>
          <a:p>
            <a:r>
              <a:rPr lang="en-US" dirty="0"/>
              <a:t>[Add divider text, statement or mention]</a:t>
            </a:r>
          </a:p>
        </p:txBody>
      </p:sp>
      <p:sp>
        <p:nvSpPr>
          <p:cNvPr id="3" name="Date Placeholder 2">
            <a:extLst>
              <a:ext uri="{FF2B5EF4-FFF2-40B4-BE49-F238E27FC236}">
                <a16:creationId xmlns:a16="http://schemas.microsoft.com/office/drawing/2014/main" id="{C8F785B4-9921-0B66-6B0E-DACB85578A5E}"/>
              </a:ext>
            </a:extLst>
          </p:cNvPr>
          <p:cNvSpPr>
            <a:spLocks noGrp="1"/>
          </p:cNvSpPr>
          <p:nvPr>
            <p:ph type="dt" sz="half" idx="10"/>
          </p:nvPr>
        </p:nvSpPr>
        <p:spPr/>
        <p:txBody>
          <a:bodyPr/>
          <a:lstStyle/>
          <a:p>
            <a:fld id="{9C3EFC2A-47EA-4919-B452-4EC20657A092}" type="datetime1">
              <a:rPr lang="en-US" smtClean="0"/>
              <a:t>10/8/26</a:t>
            </a:fld>
            <a:endParaRPr lang="en-US"/>
          </a:p>
        </p:txBody>
      </p:sp>
      <p:sp>
        <p:nvSpPr>
          <p:cNvPr id="6" name="Footer Placeholder 5">
            <a:extLst>
              <a:ext uri="{FF2B5EF4-FFF2-40B4-BE49-F238E27FC236}">
                <a16:creationId xmlns:a16="http://schemas.microsoft.com/office/drawing/2014/main" id="{5E222858-B3F8-C598-38C3-777D229C4F2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91A55A-B9C6-3265-6358-745998F9C8DA}"/>
              </a:ext>
            </a:extLst>
          </p:cNvPr>
          <p:cNvSpPr>
            <a:spLocks noGrp="1"/>
          </p:cNvSpPr>
          <p:nvPr>
            <p:ph type="sldNum" sz="quarter" idx="12"/>
          </p:nvPr>
        </p:nvSpPr>
        <p:spPr/>
        <p:txBody>
          <a:bodyPr/>
          <a:lstStyle/>
          <a:p>
            <a:fld id="{16C30856-2FD0-40BB-988B-8BB8612257E2}" type="slidenum">
              <a:rPr lang="en-US" smtClean="0"/>
              <a:pPr/>
              <a:t>‹#›</a:t>
            </a:fld>
            <a:endParaRPr lang="en-US"/>
          </a:p>
        </p:txBody>
      </p:sp>
      <p:pic>
        <p:nvPicPr>
          <p:cNvPr id="4" name="Graphic 3">
            <a:extLst>
              <a:ext uri="{FF2B5EF4-FFF2-40B4-BE49-F238E27FC236}">
                <a16:creationId xmlns:a16="http://schemas.microsoft.com/office/drawing/2014/main" id="{35C42065-81FC-852B-F714-81B3BE63EF6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60238" y="6336008"/>
            <a:ext cx="451863" cy="238317"/>
          </a:xfrm>
          <a:prstGeom prst="rect">
            <a:avLst/>
          </a:prstGeom>
        </p:spPr>
      </p:pic>
      <p:sp>
        <p:nvSpPr>
          <p:cNvPr id="16" name="Picture Placeholder 15">
            <a:extLst>
              <a:ext uri="{FF2B5EF4-FFF2-40B4-BE49-F238E27FC236}">
                <a16:creationId xmlns:a16="http://schemas.microsoft.com/office/drawing/2014/main" id="{E4F97A55-CDD7-1CA6-FB06-CDFFBE52B764}"/>
              </a:ext>
            </a:extLst>
          </p:cNvPr>
          <p:cNvSpPr>
            <a:spLocks noGrp="1"/>
          </p:cNvSpPr>
          <p:nvPr>
            <p:ph type="pic" sz="quarter" idx="13" hasCustomPrompt="1"/>
          </p:nvPr>
        </p:nvSpPr>
        <p:spPr>
          <a:xfrm>
            <a:off x="6096000" y="0"/>
            <a:ext cx="6096000" cy="6858000"/>
          </a:xfrm>
          <a:custGeom>
            <a:avLst/>
            <a:gdLst>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456124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6096000" y="0"/>
                </a:moveTo>
                <a:lnTo>
                  <a:pt x="6096000" y="6858000"/>
                </a:lnTo>
                <a:lnTo>
                  <a:pt x="0" y="6858000"/>
                </a:lnTo>
                <a:lnTo>
                  <a:pt x="0" y="4561240"/>
                </a:lnTo>
                <a:close/>
              </a:path>
            </a:pathLst>
          </a:custGeom>
        </p:spPr>
        <p:txBody>
          <a:bodyPr wrap="square" anchor="ctr">
            <a:noAutofit/>
          </a:bodyPr>
          <a:lstStyle>
            <a:lvl1pPr marL="0" indent="0" algn="ctr">
              <a:buNone/>
              <a:defRPr/>
            </a:lvl1pPr>
          </a:lstStyle>
          <a:p>
            <a:r>
              <a:rPr lang="en-US" dirty="0"/>
              <a:t> </a:t>
            </a:r>
          </a:p>
        </p:txBody>
      </p:sp>
      <p:sp>
        <p:nvSpPr>
          <p:cNvPr id="17" name="Rectangle 16">
            <a:extLst>
              <a:ext uri="{FF2B5EF4-FFF2-40B4-BE49-F238E27FC236}">
                <a16:creationId xmlns:a16="http://schemas.microsoft.com/office/drawing/2014/main" id="{EF14B85C-C44D-C4C8-58D4-11B8535AE41F}"/>
              </a:ext>
            </a:extLst>
          </p:cNvPr>
          <p:cNvSpPr/>
          <p:nvPr userDrawn="1"/>
        </p:nvSpPr>
        <p:spPr>
          <a:xfrm>
            <a:off x="12269021" y="-25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856722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p:bldLst>
  </p:timing>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 Statement 3">
    <p:spTree>
      <p:nvGrpSpPr>
        <p:cNvPr id="1" name=""/>
        <p:cNvGrpSpPr/>
        <p:nvPr/>
      </p:nvGrpSpPr>
      <p:grpSpPr>
        <a:xfrm>
          <a:off x="0" y="0"/>
          <a:ext cx="0" cy="0"/>
          <a:chOff x="0" y="0"/>
          <a:chExt cx="0" cy="0"/>
        </a:xfrm>
      </p:grpSpPr>
      <p:sp>
        <p:nvSpPr>
          <p:cNvPr id="3" name="Arrow: Pentagon 1">
            <a:extLst>
              <a:ext uri="{FF2B5EF4-FFF2-40B4-BE49-F238E27FC236}">
                <a16:creationId xmlns:a16="http://schemas.microsoft.com/office/drawing/2014/main" id="{34BF74F0-2EB2-16A3-FBDE-A80374B42673}"/>
              </a:ext>
            </a:extLst>
          </p:cNvPr>
          <p:cNvSpPr/>
          <p:nvPr userDrawn="1"/>
        </p:nvSpPr>
        <p:spPr>
          <a:xfrm>
            <a:off x="0" y="5172094"/>
            <a:ext cx="5932170" cy="1691600"/>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2170" h="1685904">
                <a:moveTo>
                  <a:pt x="0" y="0"/>
                </a:moveTo>
                <a:lnTo>
                  <a:pt x="5932170" y="0"/>
                </a:lnTo>
                <a:lnTo>
                  <a:pt x="4960415" y="1685904"/>
                </a:lnTo>
                <a:lnTo>
                  <a:pt x="0" y="1685406"/>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Pentagon 1">
            <a:extLst>
              <a:ext uri="{FF2B5EF4-FFF2-40B4-BE49-F238E27FC236}">
                <a16:creationId xmlns:a16="http://schemas.microsoft.com/office/drawing/2014/main" id="{8273C4E2-E5B1-C405-BE2B-6C568B6EA9C2}"/>
              </a:ext>
            </a:extLst>
          </p:cNvPr>
          <p:cNvSpPr/>
          <p:nvPr userDrawn="1"/>
        </p:nvSpPr>
        <p:spPr>
          <a:xfrm rot="10800000">
            <a:off x="4951644" y="5172094"/>
            <a:ext cx="7246106" cy="1685906"/>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0210"/>
              <a:gd name="connsiteX1" fmla="*/ 5932170 w 5932170"/>
              <a:gd name="connsiteY1" fmla="*/ 0 h 1680210"/>
              <a:gd name="connsiteX2" fmla="*/ 5144371 w 5932170"/>
              <a:gd name="connsiteY2" fmla="*/ 1680153 h 1680210"/>
              <a:gd name="connsiteX3" fmla="*/ 0 w 5932170"/>
              <a:gd name="connsiteY3" fmla="*/ 1680210 h 1680210"/>
              <a:gd name="connsiteX4" fmla="*/ 0 w 5932170"/>
              <a:gd name="connsiteY4" fmla="*/ 0 h 1680210"/>
              <a:gd name="connsiteX0" fmla="*/ 0 w 5943145"/>
              <a:gd name="connsiteY0" fmla="*/ 0 h 1680210"/>
              <a:gd name="connsiteX1" fmla="*/ 5943145 w 5943145"/>
              <a:gd name="connsiteY1" fmla="*/ 0 h 1680210"/>
              <a:gd name="connsiteX2" fmla="*/ 5144371 w 5943145"/>
              <a:gd name="connsiteY2" fmla="*/ 1680153 h 1680210"/>
              <a:gd name="connsiteX3" fmla="*/ 0 w 5943145"/>
              <a:gd name="connsiteY3" fmla="*/ 1680210 h 1680210"/>
              <a:gd name="connsiteX4" fmla="*/ 0 w 5943145"/>
              <a:gd name="connsiteY4" fmla="*/ 0 h 168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145" h="1680210">
                <a:moveTo>
                  <a:pt x="0" y="0"/>
                </a:moveTo>
                <a:lnTo>
                  <a:pt x="5943145" y="0"/>
                </a:lnTo>
                <a:lnTo>
                  <a:pt x="5144371" y="1680153"/>
                </a:lnTo>
                <a:lnTo>
                  <a:pt x="0" y="168021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B59CC345-43E1-CC91-02FC-1C3BB99B1EA5}"/>
              </a:ext>
            </a:extLst>
          </p:cNvPr>
          <p:cNvSpPr>
            <a:spLocks noGrp="1"/>
          </p:cNvSpPr>
          <p:nvPr>
            <p:ph type="dt" sz="half" idx="10"/>
          </p:nvPr>
        </p:nvSpPr>
        <p:spPr/>
        <p:txBody>
          <a:bodyPr/>
          <a:lstStyle/>
          <a:p>
            <a:fld id="{1628CFB1-6E98-46AC-8DB5-91A9BB1EB9D7}" type="datetime1">
              <a:rPr lang="en-US" smtClean="0"/>
              <a:t>10/8/26</a:t>
            </a:fld>
            <a:endParaRPr lang="en-US"/>
          </a:p>
        </p:txBody>
      </p:sp>
      <p:sp>
        <p:nvSpPr>
          <p:cNvPr id="9" name="Footer Placeholder 8">
            <a:extLst>
              <a:ext uri="{FF2B5EF4-FFF2-40B4-BE49-F238E27FC236}">
                <a16:creationId xmlns:a16="http://schemas.microsoft.com/office/drawing/2014/main" id="{2F3FA376-B76F-802A-6F7C-21CF97C5F811}"/>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3A226D8A-B3D5-4091-A61C-A34CE3B821D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3" name="Arrow: Pentagon 1">
            <a:extLst>
              <a:ext uri="{FF2B5EF4-FFF2-40B4-BE49-F238E27FC236}">
                <a16:creationId xmlns:a16="http://schemas.microsoft.com/office/drawing/2014/main" id="{50238C67-5F1F-3146-4EAF-ADDE84E0EED8}"/>
              </a:ext>
            </a:extLst>
          </p:cNvPr>
          <p:cNvSpPr/>
          <p:nvPr userDrawn="1"/>
        </p:nvSpPr>
        <p:spPr>
          <a:xfrm>
            <a:off x="0" y="0"/>
            <a:ext cx="8962569" cy="5172094"/>
          </a:xfrm>
          <a:custGeom>
            <a:avLst/>
            <a:gdLst>
              <a:gd name="connsiteX0" fmla="*/ 0 w 5932170"/>
              <a:gd name="connsiteY0" fmla="*/ 0 h 1680210"/>
              <a:gd name="connsiteX1" fmla="*/ 5932170 w 5932170"/>
              <a:gd name="connsiteY1" fmla="*/ 0 h 1680210"/>
              <a:gd name="connsiteX2" fmla="*/ 5932170 w 5932170"/>
              <a:gd name="connsiteY2" fmla="*/ 840105 h 1680210"/>
              <a:gd name="connsiteX3" fmla="*/ 5932170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932170 w 5932170"/>
              <a:gd name="connsiteY2" fmla="*/ 840105 h 1680210"/>
              <a:gd name="connsiteX3" fmla="*/ 5208114 w 5932170"/>
              <a:gd name="connsiteY3" fmla="*/ 1680210 h 1680210"/>
              <a:gd name="connsiteX4" fmla="*/ 0 w 5932170"/>
              <a:gd name="connsiteY4" fmla="*/ 1680210 h 1680210"/>
              <a:gd name="connsiteX5" fmla="*/ 0 w 5932170"/>
              <a:gd name="connsiteY5" fmla="*/ 0 h 1680210"/>
              <a:gd name="connsiteX0" fmla="*/ 0 w 5932170"/>
              <a:gd name="connsiteY0" fmla="*/ 0 h 1680210"/>
              <a:gd name="connsiteX1" fmla="*/ 5932170 w 5932170"/>
              <a:gd name="connsiteY1" fmla="*/ 0 h 1680210"/>
              <a:gd name="connsiteX2" fmla="*/ 5208114 w 5932170"/>
              <a:gd name="connsiteY2" fmla="*/ 1680210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5103612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894607 w 5932170"/>
              <a:gd name="connsiteY2" fmla="*/ 1672745 h 1680210"/>
              <a:gd name="connsiteX3" fmla="*/ 0 w 5932170"/>
              <a:gd name="connsiteY3" fmla="*/ 1680210 h 1680210"/>
              <a:gd name="connsiteX4" fmla="*/ 0 w 5932170"/>
              <a:gd name="connsiteY4" fmla="*/ 0 h 1680210"/>
              <a:gd name="connsiteX0" fmla="*/ 0 w 5932170"/>
              <a:gd name="connsiteY0" fmla="*/ 0 h 1680210"/>
              <a:gd name="connsiteX1" fmla="*/ 5932170 w 5932170"/>
              <a:gd name="connsiteY1" fmla="*/ 0 h 1680210"/>
              <a:gd name="connsiteX2" fmla="*/ 4972984 w 5932170"/>
              <a:gd name="connsiteY2" fmla="*/ 1676478 h 1680210"/>
              <a:gd name="connsiteX3" fmla="*/ 0 w 5932170"/>
              <a:gd name="connsiteY3" fmla="*/ 1680210 h 1680210"/>
              <a:gd name="connsiteX4" fmla="*/ 0 w 5932170"/>
              <a:gd name="connsiteY4" fmla="*/ 0 h 1680210"/>
              <a:gd name="connsiteX0" fmla="*/ 0 w 5932170"/>
              <a:gd name="connsiteY0" fmla="*/ 0 h 1682762"/>
              <a:gd name="connsiteX1" fmla="*/ 5932170 w 5932170"/>
              <a:gd name="connsiteY1" fmla="*/ 0 h 1682762"/>
              <a:gd name="connsiteX2" fmla="*/ 4966700 w 5932170"/>
              <a:gd name="connsiteY2" fmla="*/ 1682762 h 1682762"/>
              <a:gd name="connsiteX3" fmla="*/ 0 w 5932170"/>
              <a:gd name="connsiteY3" fmla="*/ 1680210 h 1682762"/>
              <a:gd name="connsiteX4" fmla="*/ 0 w 5932170"/>
              <a:gd name="connsiteY4" fmla="*/ 0 h 1682762"/>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0210 h 1685904"/>
              <a:gd name="connsiteX4" fmla="*/ 0 w 5932170"/>
              <a:gd name="connsiteY4" fmla="*/ 0 h 1685904"/>
              <a:gd name="connsiteX0" fmla="*/ 0 w 5932170"/>
              <a:gd name="connsiteY0" fmla="*/ 0 h 1685904"/>
              <a:gd name="connsiteX1" fmla="*/ 5932170 w 5932170"/>
              <a:gd name="connsiteY1" fmla="*/ 0 h 1685904"/>
              <a:gd name="connsiteX2" fmla="*/ 496041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51855 w 5932170"/>
              <a:gd name="connsiteY2" fmla="*/ 1685904 h 1685904"/>
              <a:gd name="connsiteX3" fmla="*/ 0 w 5932170"/>
              <a:gd name="connsiteY3" fmla="*/ 1685406 h 1685904"/>
              <a:gd name="connsiteX4" fmla="*/ 0 w 5932170"/>
              <a:gd name="connsiteY4" fmla="*/ 0 h 1685904"/>
              <a:gd name="connsiteX0" fmla="*/ 0 w 5932170"/>
              <a:gd name="connsiteY0" fmla="*/ 0 h 1685904"/>
              <a:gd name="connsiteX1" fmla="*/ 5932170 w 5932170"/>
              <a:gd name="connsiteY1" fmla="*/ 0 h 1685904"/>
              <a:gd name="connsiteX2" fmla="*/ 3937176 w 5932170"/>
              <a:gd name="connsiteY2" fmla="*/ 1685904 h 1685904"/>
              <a:gd name="connsiteX3" fmla="*/ 0 w 5932170"/>
              <a:gd name="connsiteY3" fmla="*/ 1685406 h 1685904"/>
              <a:gd name="connsiteX4" fmla="*/ 0 w 5932170"/>
              <a:gd name="connsiteY4" fmla="*/ 0 h 1685904"/>
              <a:gd name="connsiteX0" fmla="*/ 0 w 5946849"/>
              <a:gd name="connsiteY0" fmla="*/ 0 h 1685904"/>
              <a:gd name="connsiteX1" fmla="*/ 5946849 w 5946849"/>
              <a:gd name="connsiteY1" fmla="*/ 0 h 1685904"/>
              <a:gd name="connsiteX2" fmla="*/ 3937176 w 5946849"/>
              <a:gd name="connsiteY2" fmla="*/ 1685904 h 1685904"/>
              <a:gd name="connsiteX3" fmla="*/ 0 w 5946849"/>
              <a:gd name="connsiteY3" fmla="*/ 1685406 h 1685904"/>
              <a:gd name="connsiteX4" fmla="*/ 0 w 5946849"/>
              <a:gd name="connsiteY4" fmla="*/ 0 h 168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849" h="1685904">
                <a:moveTo>
                  <a:pt x="0" y="0"/>
                </a:moveTo>
                <a:lnTo>
                  <a:pt x="5946849" y="0"/>
                </a:lnTo>
                <a:lnTo>
                  <a:pt x="3937176" y="1685904"/>
                </a:lnTo>
                <a:lnTo>
                  <a:pt x="0" y="1685406"/>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6FF84B68-B0F8-BA6E-6ED7-5F2DAF5F1317}"/>
              </a:ext>
            </a:extLst>
          </p:cNvPr>
          <p:cNvSpPr>
            <a:spLocks noGrp="1"/>
          </p:cNvSpPr>
          <p:nvPr>
            <p:ph type="title" hasCustomPrompt="1"/>
          </p:nvPr>
        </p:nvSpPr>
        <p:spPr>
          <a:xfrm>
            <a:off x="476655" y="555171"/>
            <a:ext cx="5449767" cy="4103915"/>
          </a:xfrm>
        </p:spPr>
        <p:txBody>
          <a:bodyPr anchor="ctr"/>
          <a:lstStyle/>
          <a:p>
            <a:r>
              <a:rPr lang="en-US" dirty="0"/>
              <a:t>[Add divider text, statement or mention]</a:t>
            </a:r>
          </a:p>
        </p:txBody>
      </p:sp>
      <p:pic>
        <p:nvPicPr>
          <p:cNvPr id="15" name="Picture 14">
            <a:extLst>
              <a:ext uri="{FF2B5EF4-FFF2-40B4-BE49-F238E27FC236}">
                <a16:creationId xmlns:a16="http://schemas.microsoft.com/office/drawing/2014/main" id="{FA31E00A-4BE8-D153-6595-F8F457594E7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5935077" y="0"/>
            <a:ext cx="6256923" cy="5169856"/>
          </a:xfrm>
          <a:custGeom>
            <a:avLst/>
            <a:gdLst>
              <a:gd name="connsiteX0" fmla="*/ 3027492 w 6256923"/>
              <a:gd name="connsiteY0" fmla="*/ 0 h 5169856"/>
              <a:gd name="connsiteX1" fmla="*/ 6256923 w 6256923"/>
              <a:gd name="connsiteY1" fmla="*/ 0 h 5169856"/>
              <a:gd name="connsiteX2" fmla="*/ 6256923 w 6256923"/>
              <a:gd name="connsiteY2" fmla="*/ 5169856 h 5169856"/>
              <a:gd name="connsiteX3" fmla="*/ 0 w 6256923"/>
              <a:gd name="connsiteY3" fmla="*/ 5169856 h 5169856"/>
            </a:gdLst>
            <a:ahLst/>
            <a:cxnLst>
              <a:cxn ang="0">
                <a:pos x="connsiteX0" y="connsiteY0"/>
              </a:cxn>
              <a:cxn ang="0">
                <a:pos x="connsiteX1" y="connsiteY1"/>
              </a:cxn>
              <a:cxn ang="0">
                <a:pos x="connsiteX2" y="connsiteY2"/>
              </a:cxn>
              <a:cxn ang="0">
                <a:pos x="connsiteX3" y="connsiteY3"/>
              </a:cxn>
            </a:cxnLst>
            <a:rect l="l" t="t" r="r" b="b"/>
            <a:pathLst>
              <a:path w="6256923" h="5169856">
                <a:moveTo>
                  <a:pt x="3027492" y="0"/>
                </a:moveTo>
                <a:lnTo>
                  <a:pt x="6256923" y="0"/>
                </a:lnTo>
                <a:lnTo>
                  <a:pt x="6256923" y="5169856"/>
                </a:lnTo>
                <a:lnTo>
                  <a:pt x="0" y="5169856"/>
                </a:lnTo>
                <a:close/>
              </a:path>
            </a:pathLst>
          </a:custGeom>
        </p:spPr>
      </p:pic>
      <p:pic>
        <p:nvPicPr>
          <p:cNvPr id="5" name="Graphic 4">
            <a:extLst>
              <a:ext uri="{FF2B5EF4-FFF2-40B4-BE49-F238E27FC236}">
                <a16:creationId xmlns:a16="http://schemas.microsoft.com/office/drawing/2014/main" id="{0DDA66FB-9855-66EA-7F2F-1D043646DB5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6" name="Picture Placeholder 5">
            <a:extLst>
              <a:ext uri="{FF2B5EF4-FFF2-40B4-BE49-F238E27FC236}">
                <a16:creationId xmlns:a16="http://schemas.microsoft.com/office/drawing/2014/main" id="{711A0BB1-2A35-2130-6F25-4ED86B5EA89A}"/>
              </a:ext>
            </a:extLst>
          </p:cNvPr>
          <p:cNvSpPr>
            <a:spLocks noGrp="1"/>
          </p:cNvSpPr>
          <p:nvPr>
            <p:ph type="pic" sz="quarter" idx="13" hasCustomPrompt="1"/>
          </p:nvPr>
        </p:nvSpPr>
        <p:spPr>
          <a:xfrm>
            <a:off x="5935663" y="0"/>
            <a:ext cx="6255749" cy="5165724"/>
          </a:xfrm>
          <a:custGeom>
            <a:avLst/>
            <a:gdLst>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08312 w 6255749"/>
              <a:gd name="connsiteY5" fmla="*/ 9526 h 5165724"/>
              <a:gd name="connsiteX0" fmla="*/ 6255408 w 6255749"/>
              <a:gd name="connsiteY0" fmla="*/ 0 h 5165724"/>
              <a:gd name="connsiteX1" fmla="*/ 6255749 w 6255749"/>
              <a:gd name="connsiteY1" fmla="*/ 0 h 5165724"/>
              <a:gd name="connsiteX2" fmla="*/ 6255749 w 6255749"/>
              <a:gd name="connsiteY2" fmla="*/ 5165724 h 5165724"/>
              <a:gd name="connsiteX3" fmla="*/ 0 w 6255749"/>
              <a:gd name="connsiteY3" fmla="*/ 5165724 h 5165724"/>
              <a:gd name="connsiteX4" fmla="*/ 0 w 6255749"/>
              <a:gd name="connsiteY4" fmla="*/ 5164718 h 5165724"/>
              <a:gd name="connsiteX5" fmla="*/ 3019165 w 6255749"/>
              <a:gd name="connsiteY5" fmla="*/ 1386 h 5165724"/>
              <a:gd name="connsiteX6" fmla="*/ 6255408 w 6255749"/>
              <a:gd name="connsiteY6" fmla="*/ 0 h 516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5749" h="5165724">
                <a:moveTo>
                  <a:pt x="6255408" y="0"/>
                </a:moveTo>
                <a:lnTo>
                  <a:pt x="6255749" y="0"/>
                </a:lnTo>
                <a:lnTo>
                  <a:pt x="6255749" y="5165724"/>
                </a:lnTo>
                <a:lnTo>
                  <a:pt x="0" y="5165724"/>
                </a:lnTo>
                <a:lnTo>
                  <a:pt x="0" y="5164718"/>
                </a:lnTo>
                <a:lnTo>
                  <a:pt x="3019165" y="1386"/>
                </a:lnTo>
                <a:lnTo>
                  <a:pt x="6255408" y="0"/>
                </a:lnTo>
                <a:close/>
              </a:path>
            </a:pathLst>
          </a:custGeom>
        </p:spPr>
        <p:txBody>
          <a:bodyPr wrap="square" anchor="ctr">
            <a:noAutofit/>
          </a:bodyPr>
          <a:lstStyle>
            <a:lvl1pPr marL="0" indent="0" algn="ctr">
              <a:buNone/>
              <a:defRPr sz="1200"/>
            </a:lvl1pPr>
          </a:lstStyle>
          <a:p>
            <a:r>
              <a:rPr lang="en-US" dirty="0"/>
              <a:t> </a:t>
            </a:r>
          </a:p>
        </p:txBody>
      </p:sp>
      <p:sp>
        <p:nvSpPr>
          <p:cNvPr id="7" name="Rectangle 6">
            <a:extLst>
              <a:ext uri="{FF2B5EF4-FFF2-40B4-BE49-F238E27FC236}">
                <a16:creationId xmlns:a16="http://schemas.microsoft.com/office/drawing/2014/main" id="{B2573E4F-A313-DB01-2549-F1D5D8BA9E4F}"/>
              </a:ext>
            </a:extLst>
          </p:cNvPr>
          <p:cNvSpPr/>
          <p:nvPr userDrawn="1"/>
        </p:nvSpPr>
        <p:spPr>
          <a:xfrm>
            <a:off x="12269021" y="0"/>
            <a:ext cx="1199151" cy="13288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lgn="l">
              <a:lnSpc>
                <a:spcPct val="90000"/>
              </a:lnSpc>
              <a:spcBef>
                <a:spcPts val="600"/>
              </a:spcBef>
            </a:pPr>
            <a:r>
              <a:rPr lang="en-US" sz="800" dirty="0">
                <a:solidFill>
                  <a:schemeClr val="bg2"/>
                </a:solidFill>
              </a:rPr>
              <a:t>To insert a custom image, use the icon in the image placeholder. </a:t>
            </a:r>
          </a:p>
          <a:p>
            <a:pPr algn="l">
              <a:lnSpc>
                <a:spcPct val="90000"/>
              </a:lnSpc>
              <a:spcBef>
                <a:spcPts val="600"/>
              </a:spcBef>
            </a:pPr>
            <a:r>
              <a:rPr lang="en-US" sz="800" dirty="0">
                <a:solidFill>
                  <a:schemeClr val="bg2"/>
                </a:solidFill>
              </a:rPr>
              <a:t>If the inserted image needs to be adjusted / cropped inside the placeholder, select the image, and use the Crop tool on the Image Tab.  </a:t>
            </a:r>
          </a:p>
        </p:txBody>
      </p:sp>
    </p:spTree>
    <p:extLst>
      <p:ext uri="{BB962C8B-B14F-4D97-AF65-F5344CB8AC3E}">
        <p14:creationId xmlns:p14="http://schemas.microsoft.com/office/powerpoint/2010/main" val="1218952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571D00-5D04-59F8-44DC-32D8198CAE58}"/>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TextBox 2">
            <a:extLst>
              <a:ext uri="{FF2B5EF4-FFF2-40B4-BE49-F238E27FC236}">
                <a16:creationId xmlns:a16="http://schemas.microsoft.com/office/drawing/2014/main" id="{9D231AD9-1020-6EB9-F8F5-EE225EFE790D}"/>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4951160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68BFDB8F-D9D1-4660-AC76-C59F09B5AE18}" type="datetime1">
              <a:rPr lang="en-US" smtClean="0"/>
              <a:t>10/8/26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18" name="Text Placeholder 40">
            <a:extLst>
              <a:ext uri="{FF2B5EF4-FFF2-40B4-BE49-F238E27FC236}">
                <a16:creationId xmlns:a16="http://schemas.microsoft.com/office/drawing/2014/main" id="{11DBA2B1-E012-D74A-F293-EA11CE61FAB9}"/>
              </a:ext>
            </a:extLst>
          </p:cNvPr>
          <p:cNvSpPr>
            <a:spLocks noGrp="1"/>
          </p:cNvSpPr>
          <p:nvPr>
            <p:ph type="body" sz="quarter" idx="19" hasCustomPrompt="1"/>
          </p:nvPr>
        </p:nvSpPr>
        <p:spPr>
          <a:xfrm>
            <a:off x="476655" y="1740333"/>
            <a:ext cx="2063908" cy="3889683"/>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9" name="Text Placeholder 42">
            <a:extLst>
              <a:ext uri="{FF2B5EF4-FFF2-40B4-BE49-F238E27FC236}">
                <a16:creationId xmlns:a16="http://schemas.microsoft.com/office/drawing/2014/main" id="{6E475DC3-D64D-A1A3-4E12-238B4EEFBA9F}"/>
              </a:ext>
            </a:extLst>
          </p:cNvPr>
          <p:cNvSpPr>
            <a:spLocks noGrp="1"/>
          </p:cNvSpPr>
          <p:nvPr>
            <p:ph type="body" sz="quarter" idx="20" hasCustomPrompt="1"/>
          </p:nvPr>
        </p:nvSpPr>
        <p:spPr>
          <a:xfrm>
            <a:off x="3245700"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0" name="Text Placeholder 46">
            <a:extLst>
              <a:ext uri="{FF2B5EF4-FFF2-40B4-BE49-F238E27FC236}">
                <a16:creationId xmlns:a16="http://schemas.microsoft.com/office/drawing/2014/main" id="{FA2F3AF6-8049-3C23-1F80-F311FBA347E4}"/>
              </a:ext>
            </a:extLst>
          </p:cNvPr>
          <p:cNvSpPr>
            <a:spLocks noGrp="1"/>
          </p:cNvSpPr>
          <p:nvPr>
            <p:ph type="body" sz="quarter" idx="22" hasCustomPrompt="1"/>
          </p:nvPr>
        </p:nvSpPr>
        <p:spPr>
          <a:xfrm>
            <a:off x="6098371"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1" name="Text Placeholder 48">
            <a:extLst>
              <a:ext uri="{FF2B5EF4-FFF2-40B4-BE49-F238E27FC236}">
                <a16:creationId xmlns:a16="http://schemas.microsoft.com/office/drawing/2014/main" id="{28214196-2FF6-AA15-5266-8BFEADF155AE}"/>
              </a:ext>
            </a:extLst>
          </p:cNvPr>
          <p:cNvSpPr>
            <a:spLocks noGrp="1"/>
          </p:cNvSpPr>
          <p:nvPr>
            <p:ph type="body" sz="quarter" idx="23" hasCustomPrompt="1"/>
          </p:nvPr>
        </p:nvSpPr>
        <p:spPr>
          <a:xfrm>
            <a:off x="8951041" y="1737027"/>
            <a:ext cx="2060448" cy="3892989"/>
          </a:xfrm>
          <a:gradFill>
            <a:gsLst>
              <a:gs pos="0">
                <a:srgbClr val="340096">
                  <a:alpha val="36000"/>
                  <a:lumMod val="50000"/>
                </a:srgbClr>
              </a:gs>
              <a:gs pos="100000">
                <a:srgbClr val="340096">
                  <a:alpha val="0"/>
                </a:srgbClr>
              </a:gs>
            </a:gsLst>
            <a:lin ang="5400000" scaled="1"/>
          </a:gradFill>
          <a:ln w="19050">
            <a:gradFill flip="none" rotWithShape="1">
              <a:gsLst>
                <a:gs pos="16000">
                  <a:srgbClr val="762EFF">
                    <a:alpha val="64000"/>
                  </a:srgbClr>
                </a:gs>
                <a:gs pos="0">
                  <a:srgbClr val="E4D5FF">
                    <a:alpha val="59000"/>
                  </a:srgbClr>
                </a:gs>
                <a:gs pos="73000">
                  <a:srgbClr val="AD82FF">
                    <a:alpha val="0"/>
                    <a:lumMod val="60000"/>
                    <a:lumOff val="40000"/>
                  </a:srgbClr>
                </a:gs>
              </a:gsLst>
              <a:lin ang="4200000" scaled="0"/>
              <a:tileRect/>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2" name="Picture Placeholder 19">
            <a:extLst>
              <a:ext uri="{FF2B5EF4-FFF2-40B4-BE49-F238E27FC236}">
                <a16:creationId xmlns:a16="http://schemas.microsoft.com/office/drawing/2014/main" id="{CED8AE5E-7C21-B522-2007-E566DA33EBC1}"/>
              </a:ext>
            </a:extLst>
          </p:cNvPr>
          <p:cNvSpPr>
            <a:spLocks noGrp="1"/>
          </p:cNvSpPr>
          <p:nvPr>
            <p:ph type="pic" sz="quarter" idx="13" hasCustomPrompt="1"/>
          </p:nvPr>
        </p:nvSpPr>
        <p:spPr>
          <a:xfrm>
            <a:off x="649740" y="1911993"/>
            <a:ext cx="1729562" cy="1734721"/>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3" name="Picture Placeholder 23">
            <a:extLst>
              <a:ext uri="{FF2B5EF4-FFF2-40B4-BE49-F238E27FC236}">
                <a16:creationId xmlns:a16="http://schemas.microsoft.com/office/drawing/2014/main" id="{2C18A158-76A4-F133-F7CD-4C5922C7B75C}"/>
              </a:ext>
            </a:extLst>
          </p:cNvPr>
          <p:cNvSpPr>
            <a:spLocks noGrp="1"/>
          </p:cNvSpPr>
          <p:nvPr>
            <p:ph type="pic" sz="quarter" idx="15" hasCustomPrompt="1"/>
          </p:nvPr>
        </p:nvSpPr>
        <p:spPr>
          <a:xfrm>
            <a:off x="3420778"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4" name="Picture Placeholder 25">
            <a:extLst>
              <a:ext uri="{FF2B5EF4-FFF2-40B4-BE49-F238E27FC236}">
                <a16:creationId xmlns:a16="http://schemas.microsoft.com/office/drawing/2014/main" id="{5C54681A-BC2A-3B1C-9016-4E00CAAA3F92}"/>
              </a:ext>
            </a:extLst>
          </p:cNvPr>
          <p:cNvSpPr>
            <a:spLocks noGrp="1"/>
          </p:cNvSpPr>
          <p:nvPr>
            <p:ph type="pic" sz="quarter" idx="16" hasCustomPrompt="1"/>
          </p:nvPr>
        </p:nvSpPr>
        <p:spPr>
          <a:xfrm>
            <a:off x="6273450"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25" name="Picture Placeholder 27">
            <a:extLst>
              <a:ext uri="{FF2B5EF4-FFF2-40B4-BE49-F238E27FC236}">
                <a16:creationId xmlns:a16="http://schemas.microsoft.com/office/drawing/2014/main" id="{618C0DCA-6634-EDC8-726F-F8AD02BAFD6E}"/>
              </a:ext>
            </a:extLst>
          </p:cNvPr>
          <p:cNvSpPr>
            <a:spLocks noGrp="1"/>
          </p:cNvSpPr>
          <p:nvPr>
            <p:ph type="pic" sz="quarter" idx="17" hasCustomPrompt="1"/>
          </p:nvPr>
        </p:nvSpPr>
        <p:spPr>
          <a:xfrm>
            <a:off x="9126120"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Tree>
    <p:extLst>
      <p:ext uri="{BB962C8B-B14F-4D97-AF65-F5344CB8AC3E}">
        <p14:creationId xmlns:p14="http://schemas.microsoft.com/office/powerpoint/2010/main" val="376394093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5">
    <p:spTree>
      <p:nvGrpSpPr>
        <p:cNvPr id="1" name=""/>
        <p:cNvGrpSpPr/>
        <p:nvPr/>
      </p:nvGrpSpPr>
      <p:grpSpPr>
        <a:xfrm>
          <a:off x="0" y="0"/>
          <a:ext cx="0" cy="0"/>
          <a:chOff x="0" y="0"/>
          <a:chExt cx="0" cy="0"/>
        </a:xfrm>
      </p:grpSpPr>
      <p:sp>
        <p:nvSpPr>
          <p:cNvPr id="10" name="Text Placeholder 40">
            <a:extLst>
              <a:ext uri="{FF2B5EF4-FFF2-40B4-BE49-F238E27FC236}">
                <a16:creationId xmlns:a16="http://schemas.microsoft.com/office/drawing/2014/main" id="{4B7A3F10-F9C6-2DEF-3255-5D66542E464D}"/>
              </a:ext>
            </a:extLst>
          </p:cNvPr>
          <p:cNvSpPr>
            <a:spLocks noGrp="1"/>
          </p:cNvSpPr>
          <p:nvPr>
            <p:ph type="body" sz="quarter" idx="19" hasCustomPrompt="1"/>
          </p:nvPr>
        </p:nvSpPr>
        <p:spPr>
          <a:xfrm>
            <a:off x="476655" y="1740333"/>
            <a:ext cx="2063908" cy="3889683"/>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1" name="Text Placeholder 42">
            <a:extLst>
              <a:ext uri="{FF2B5EF4-FFF2-40B4-BE49-F238E27FC236}">
                <a16:creationId xmlns:a16="http://schemas.microsoft.com/office/drawing/2014/main" id="{B534BD12-F515-A24D-1B5C-36D77F71F74A}"/>
              </a:ext>
            </a:extLst>
          </p:cNvPr>
          <p:cNvSpPr>
            <a:spLocks noGrp="1"/>
          </p:cNvSpPr>
          <p:nvPr>
            <p:ph type="body" sz="quarter" idx="20" hasCustomPrompt="1"/>
          </p:nvPr>
        </p:nvSpPr>
        <p:spPr>
          <a:xfrm>
            <a:off x="2835220"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2" name="Text Placeholder 46">
            <a:extLst>
              <a:ext uri="{FF2B5EF4-FFF2-40B4-BE49-F238E27FC236}">
                <a16:creationId xmlns:a16="http://schemas.microsoft.com/office/drawing/2014/main" id="{B69B4B29-70BF-C058-13D7-7B0150194119}"/>
              </a:ext>
            </a:extLst>
          </p:cNvPr>
          <p:cNvSpPr>
            <a:spLocks noGrp="1"/>
          </p:cNvSpPr>
          <p:nvPr>
            <p:ph type="body" sz="quarter" idx="22" hasCustomPrompt="1"/>
          </p:nvPr>
        </p:nvSpPr>
        <p:spPr>
          <a:xfrm>
            <a:off x="5121032" y="1740333"/>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13" name="Text Placeholder 48">
            <a:extLst>
              <a:ext uri="{FF2B5EF4-FFF2-40B4-BE49-F238E27FC236}">
                <a16:creationId xmlns:a16="http://schemas.microsoft.com/office/drawing/2014/main" id="{970239FF-E27F-69EE-C7B1-BF2DA2E0BDFA}"/>
              </a:ext>
            </a:extLst>
          </p:cNvPr>
          <p:cNvSpPr>
            <a:spLocks noGrp="1"/>
          </p:cNvSpPr>
          <p:nvPr>
            <p:ph type="body" sz="quarter" idx="23" hasCustomPrompt="1"/>
          </p:nvPr>
        </p:nvSpPr>
        <p:spPr>
          <a:xfrm>
            <a:off x="7406844" y="1737027"/>
            <a:ext cx="2060448" cy="3892989"/>
          </a:xfrm>
          <a:gradFill>
            <a:gsLst>
              <a:gs pos="0">
                <a:srgbClr val="340096">
                  <a:alpha val="36000"/>
                  <a:lumMod val="50000"/>
                </a:srgbClr>
              </a:gs>
              <a:gs pos="100000">
                <a:srgbClr val="340096">
                  <a:alpha val="0"/>
                </a:srgbClr>
              </a:gs>
            </a:gsLst>
            <a:lin ang="5400000" scaled="1"/>
          </a:gradFill>
          <a:ln w="19050">
            <a:gradFill flip="none" rotWithShape="1">
              <a:gsLst>
                <a:gs pos="16000">
                  <a:srgbClr val="762EFF">
                    <a:alpha val="64000"/>
                  </a:srgbClr>
                </a:gs>
                <a:gs pos="0">
                  <a:srgbClr val="E4D5FF">
                    <a:alpha val="59000"/>
                  </a:srgbClr>
                </a:gs>
                <a:gs pos="73000">
                  <a:srgbClr val="AD82FF">
                    <a:alpha val="0"/>
                    <a:lumMod val="60000"/>
                    <a:lumOff val="40000"/>
                  </a:srgbClr>
                </a:gs>
              </a:gsLst>
              <a:lin ang="4200000" scaled="0"/>
              <a:tileRect/>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0" name="Text Placeholder 48">
            <a:extLst>
              <a:ext uri="{FF2B5EF4-FFF2-40B4-BE49-F238E27FC236}">
                <a16:creationId xmlns:a16="http://schemas.microsoft.com/office/drawing/2014/main" id="{53BECE09-E480-AD54-51D1-067C88563D7B}"/>
              </a:ext>
            </a:extLst>
          </p:cNvPr>
          <p:cNvSpPr>
            <a:spLocks noGrp="1"/>
          </p:cNvSpPr>
          <p:nvPr>
            <p:ph type="body" sz="quarter" idx="25" hasCustomPrompt="1"/>
          </p:nvPr>
        </p:nvSpPr>
        <p:spPr>
          <a:xfrm>
            <a:off x="9651653" y="1737027"/>
            <a:ext cx="2060448" cy="3892989"/>
          </a:xfrm>
          <a:gradFill>
            <a:gsLst>
              <a:gs pos="0">
                <a:srgbClr val="340096">
                  <a:alpha val="36000"/>
                  <a:lumMod val="50000"/>
                </a:srgbClr>
              </a:gs>
              <a:gs pos="100000">
                <a:srgbClr val="340096">
                  <a:alpha val="0"/>
                </a:srgbClr>
              </a:gs>
            </a:gsLst>
            <a:lin ang="5400000" scaled="1"/>
          </a:gradFill>
          <a:ln w="19050">
            <a:gradFill>
              <a:gsLst>
                <a:gs pos="16000">
                  <a:srgbClr val="762EFF">
                    <a:alpha val="64000"/>
                  </a:srgbClr>
                </a:gs>
                <a:gs pos="0">
                  <a:srgbClr val="E4D5FF">
                    <a:alpha val="59000"/>
                    <a:lumMod val="20000"/>
                    <a:lumOff val="80000"/>
                  </a:srgbClr>
                </a:gs>
                <a:gs pos="73000">
                  <a:srgbClr val="AD82FF">
                    <a:alpha val="0"/>
                    <a:lumMod val="60000"/>
                    <a:lumOff val="40000"/>
                  </a:srgbClr>
                </a:gs>
              </a:gsLst>
              <a:lin ang="4200000" scaled="0"/>
            </a:gradFill>
          </a:ln>
        </p:spPr>
        <p:txBody>
          <a:bodyPr lIns="164592" tIns="2039112" rIns="164592" bIns="91440" anchor="t">
            <a:noAutofit/>
          </a:bodyPr>
          <a:lstStyle>
            <a:lvl1pPr marL="0" indent="0">
              <a:lnSpc>
                <a:spcPct val="90000"/>
              </a:lnSpc>
              <a:spcBef>
                <a:spcPts val="200"/>
              </a:spcBef>
              <a:spcAft>
                <a:spcPts val="0"/>
              </a:spcAft>
              <a:buFont typeface="Arial" panose="020B0604020202020204" pitchFamily="34" charset="0"/>
              <a:buChar char="​"/>
              <a:defRPr sz="1800" b="0" cap="none" baseline="0">
                <a:solidFill>
                  <a:schemeClr val="tx1"/>
                </a:solidFill>
                <a:latin typeface="+mn-lt"/>
              </a:defRPr>
            </a:lvl1pPr>
            <a:lvl2pPr marL="0" indent="0">
              <a:lnSpc>
                <a:spcPct val="90000"/>
              </a:lnSpc>
              <a:spcBef>
                <a:spcPts val="200"/>
              </a:spcBef>
              <a:spcAft>
                <a:spcPts val="0"/>
              </a:spcAft>
              <a:buFont typeface="Arial" panose="020B0604020202020204" pitchFamily="34" charset="0"/>
              <a:buChar char="​"/>
              <a:defRPr sz="1400" b="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[First + last name] “enter” + “tab” to add title</a:t>
            </a:r>
          </a:p>
          <a:p>
            <a:pPr lvl="1"/>
            <a:r>
              <a:rPr lang="en-US" dirty="0"/>
              <a:t>Second level</a:t>
            </a:r>
          </a:p>
        </p:txBody>
      </p:sp>
      <p:sp>
        <p:nvSpPr>
          <p:cNvPr id="2" name="Title 1">
            <a:extLst>
              <a:ext uri="{FF2B5EF4-FFF2-40B4-BE49-F238E27FC236}">
                <a16:creationId xmlns:a16="http://schemas.microsoft.com/office/drawing/2014/main" id="{CEE913D1-FA5D-AA51-7BE2-537BC0D376C6}"/>
              </a:ext>
            </a:extLst>
          </p:cNvPr>
          <p:cNvSpPr>
            <a:spLocks noGrp="1"/>
          </p:cNvSpPr>
          <p:nvPr>
            <p:ph type="title" hasCustomPrompt="1"/>
          </p:nvPr>
        </p:nvSpPr>
        <p:spPr/>
        <p:txBody>
          <a:bodyPr/>
          <a:lstStyle/>
          <a:p>
            <a:r>
              <a:rPr lang="en-US" dirty="0"/>
              <a:t>[Add headline]</a:t>
            </a:r>
          </a:p>
        </p:txBody>
      </p:sp>
      <p:sp>
        <p:nvSpPr>
          <p:cNvPr id="3" name="Date Placeholder 2">
            <a:extLst>
              <a:ext uri="{FF2B5EF4-FFF2-40B4-BE49-F238E27FC236}">
                <a16:creationId xmlns:a16="http://schemas.microsoft.com/office/drawing/2014/main" id="{84578097-B5DC-96C8-0C3C-3FFFBC2BA62F}"/>
              </a:ext>
            </a:extLst>
          </p:cNvPr>
          <p:cNvSpPr>
            <a:spLocks noGrp="1"/>
          </p:cNvSpPr>
          <p:nvPr>
            <p:ph type="dt" sz="half" idx="10"/>
          </p:nvPr>
        </p:nvSpPr>
        <p:spPr/>
        <p:txBody>
          <a:bodyPr/>
          <a:lstStyle/>
          <a:p>
            <a:fld id="{44CD7ED8-CE04-492D-BC99-73D80C6B16E1}" type="datetime1">
              <a:rPr lang="en-US" smtClean="0"/>
              <a:t>10/8/26</a:t>
            </a:fld>
            <a:endParaRPr lang="en-US"/>
          </a:p>
        </p:txBody>
      </p:sp>
      <p:sp>
        <p:nvSpPr>
          <p:cNvPr id="4" name="Footer Placeholder 3">
            <a:extLst>
              <a:ext uri="{FF2B5EF4-FFF2-40B4-BE49-F238E27FC236}">
                <a16:creationId xmlns:a16="http://schemas.microsoft.com/office/drawing/2014/main" id="{35AE171C-DF8C-0DF4-D063-59012A2EF68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630F029-9D4E-6DB1-FC78-FD05C488ECC6}"/>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Picture Placeholder 19">
            <a:extLst>
              <a:ext uri="{FF2B5EF4-FFF2-40B4-BE49-F238E27FC236}">
                <a16:creationId xmlns:a16="http://schemas.microsoft.com/office/drawing/2014/main" id="{9C56A4A5-D897-EB82-EC4D-15C8C7688147}"/>
              </a:ext>
            </a:extLst>
          </p:cNvPr>
          <p:cNvSpPr>
            <a:spLocks noGrp="1"/>
          </p:cNvSpPr>
          <p:nvPr>
            <p:ph type="pic" sz="quarter" idx="13" hasCustomPrompt="1"/>
          </p:nvPr>
        </p:nvSpPr>
        <p:spPr>
          <a:xfrm>
            <a:off x="649740" y="1911993"/>
            <a:ext cx="1729562" cy="1734721"/>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7" name="Picture Placeholder 23">
            <a:extLst>
              <a:ext uri="{FF2B5EF4-FFF2-40B4-BE49-F238E27FC236}">
                <a16:creationId xmlns:a16="http://schemas.microsoft.com/office/drawing/2014/main" id="{BA785EFA-BDFA-2FD1-B8BA-A92839CABA69}"/>
              </a:ext>
            </a:extLst>
          </p:cNvPr>
          <p:cNvSpPr>
            <a:spLocks noGrp="1"/>
          </p:cNvSpPr>
          <p:nvPr>
            <p:ph type="pic" sz="quarter" idx="15" hasCustomPrompt="1"/>
          </p:nvPr>
        </p:nvSpPr>
        <p:spPr>
          <a:xfrm>
            <a:off x="3008015"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8" name="Picture Placeholder 25">
            <a:extLst>
              <a:ext uri="{FF2B5EF4-FFF2-40B4-BE49-F238E27FC236}">
                <a16:creationId xmlns:a16="http://schemas.microsoft.com/office/drawing/2014/main" id="{088C8635-CFBA-D4A6-FE35-7905028A0BBE}"/>
              </a:ext>
            </a:extLst>
          </p:cNvPr>
          <p:cNvSpPr>
            <a:spLocks noGrp="1"/>
          </p:cNvSpPr>
          <p:nvPr>
            <p:ph type="pic" sz="quarter" idx="16" hasCustomPrompt="1"/>
          </p:nvPr>
        </p:nvSpPr>
        <p:spPr>
          <a:xfrm>
            <a:off x="5293827" y="1911993"/>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9" name="Picture Placeholder 27">
            <a:extLst>
              <a:ext uri="{FF2B5EF4-FFF2-40B4-BE49-F238E27FC236}">
                <a16:creationId xmlns:a16="http://schemas.microsoft.com/office/drawing/2014/main" id="{F8770B47-39E8-D06B-B01C-C34F2FC97F6A}"/>
              </a:ext>
            </a:extLst>
          </p:cNvPr>
          <p:cNvSpPr>
            <a:spLocks noGrp="1"/>
          </p:cNvSpPr>
          <p:nvPr>
            <p:ph type="pic" sz="quarter" idx="17" hasCustomPrompt="1"/>
          </p:nvPr>
        </p:nvSpPr>
        <p:spPr>
          <a:xfrm>
            <a:off x="7581922"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
        <p:nvSpPr>
          <p:cNvPr id="19" name="Picture Placeholder 27">
            <a:extLst>
              <a:ext uri="{FF2B5EF4-FFF2-40B4-BE49-F238E27FC236}">
                <a16:creationId xmlns:a16="http://schemas.microsoft.com/office/drawing/2014/main" id="{1C9E4372-2667-DFFB-CA58-6C2CD2911756}"/>
              </a:ext>
            </a:extLst>
          </p:cNvPr>
          <p:cNvSpPr>
            <a:spLocks noGrp="1"/>
          </p:cNvSpPr>
          <p:nvPr>
            <p:ph type="pic" sz="quarter" idx="24" hasCustomPrompt="1"/>
          </p:nvPr>
        </p:nvSpPr>
        <p:spPr>
          <a:xfrm>
            <a:off x="9824448" y="1908687"/>
            <a:ext cx="1710291" cy="1708580"/>
          </a:xfrm>
          <a:solidFill>
            <a:schemeClr val="tx1">
              <a:lumMod val="85000"/>
            </a:schemeClr>
          </a:solidFill>
        </p:spPr>
        <p:txBody>
          <a:bodyPr anchor="ctr"/>
          <a:lstStyle>
            <a:lvl1pPr marL="0" indent="0" algn="ctr">
              <a:buNone/>
              <a:defRPr sz="1100">
                <a:solidFill>
                  <a:schemeClr val="bg2"/>
                </a:solidFill>
              </a:defRPr>
            </a:lvl1pPr>
          </a:lstStyle>
          <a:p>
            <a:r>
              <a:rPr lang="en-US" dirty="0"/>
              <a:t>Drag picture to placeholder or click icon to add picture</a:t>
            </a:r>
          </a:p>
        </p:txBody>
      </p:sp>
    </p:spTree>
    <p:extLst>
      <p:ext uri="{BB962C8B-B14F-4D97-AF65-F5344CB8AC3E}">
        <p14:creationId xmlns:p14="http://schemas.microsoft.com/office/powerpoint/2010/main" val="204721328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C61335-AF1B-6D88-6CB3-7FB331955C8F}"/>
              </a:ext>
            </a:extLst>
          </p:cNvPr>
          <p:cNvPicPr>
            <a:picLocks noChangeAspect="1"/>
          </p:cNvPicPr>
          <p:nvPr userDrawn="1"/>
        </p:nvPicPr>
        <p:blipFill>
          <a:blip r:embed="rId2"/>
          <a:srcRect t="5059" b="11754"/>
          <a:stretch/>
        </p:blipFill>
        <p:spPr>
          <a:xfrm>
            <a:off x="-268263" y="0"/>
            <a:ext cx="12716937" cy="6858000"/>
          </a:xfrm>
          <a:prstGeom prst="rect">
            <a:avLst/>
          </a:prstGeom>
        </p:spPr>
      </p:pic>
      <p:sp>
        <p:nvSpPr>
          <p:cNvPr id="3" name="TextBox 2">
            <a:extLst>
              <a:ext uri="{FF2B5EF4-FFF2-40B4-BE49-F238E27FC236}">
                <a16:creationId xmlns:a16="http://schemas.microsoft.com/office/drawing/2014/main" id="{9939DBFB-6F75-ADA4-704B-F82E5109CA14}"/>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41225490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D239-1871-2A1F-29F3-BD2B3F67F065}"/>
              </a:ext>
            </a:extLst>
          </p:cNvPr>
          <p:cNvSpPr>
            <a:spLocks noGrp="1"/>
          </p:cNvSpPr>
          <p:nvPr>
            <p:ph type="title" hasCustomPrompt="1"/>
          </p:nvPr>
        </p:nvSpPr>
        <p:spPr>
          <a:xfrm>
            <a:off x="476250" y="365125"/>
            <a:ext cx="9848132" cy="2612015"/>
          </a:xfrm>
        </p:spPr>
        <p:txBody>
          <a:bodyPr anchor="b"/>
          <a:lstStyle>
            <a:lvl1pPr>
              <a:defRPr sz="4800">
                <a:solidFill>
                  <a:schemeClr val="tx2"/>
                </a:solidFill>
              </a:defRPr>
            </a:lvl1pPr>
          </a:lstStyle>
          <a:p>
            <a:r>
              <a:rPr lang="en-US" dirty="0"/>
              <a:t>[Add section headline]</a:t>
            </a:r>
          </a:p>
        </p:txBody>
      </p:sp>
      <p:sp>
        <p:nvSpPr>
          <p:cNvPr id="3" name="Text Placeholder 2">
            <a:extLst>
              <a:ext uri="{FF2B5EF4-FFF2-40B4-BE49-F238E27FC236}">
                <a16:creationId xmlns:a16="http://schemas.microsoft.com/office/drawing/2014/main" id="{2ADFEAD5-7613-0B17-648A-9BEB4CAB2EE0}"/>
              </a:ext>
            </a:extLst>
          </p:cNvPr>
          <p:cNvSpPr>
            <a:spLocks noGrp="1"/>
          </p:cNvSpPr>
          <p:nvPr>
            <p:ph type="body" idx="1" hasCustomPrompt="1"/>
          </p:nvPr>
        </p:nvSpPr>
        <p:spPr>
          <a:xfrm>
            <a:off x="476250" y="3143266"/>
            <a:ext cx="9848132" cy="795495"/>
          </a:xfrm>
        </p:spPr>
        <p:txBody>
          <a:bodyPr/>
          <a:lstStyle>
            <a:lvl1pPr marL="0" indent="0">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 Presenter Name, Title</a:t>
            </a:r>
          </a:p>
        </p:txBody>
      </p:sp>
      <p:sp>
        <p:nvSpPr>
          <p:cNvPr id="4" name="Date Placeholder 3">
            <a:extLst>
              <a:ext uri="{FF2B5EF4-FFF2-40B4-BE49-F238E27FC236}">
                <a16:creationId xmlns:a16="http://schemas.microsoft.com/office/drawing/2014/main" id="{351F9C78-3636-46EB-96A2-8B8959D6D877}"/>
              </a:ext>
            </a:extLst>
          </p:cNvPr>
          <p:cNvSpPr>
            <a:spLocks noGrp="1"/>
          </p:cNvSpPr>
          <p:nvPr>
            <p:ph type="dt" sz="half" idx="10"/>
          </p:nvPr>
        </p:nvSpPr>
        <p:spPr/>
        <p:txBody>
          <a:bodyPr/>
          <a:lstStyle/>
          <a:p>
            <a:fld id="{35885CD8-CCBD-437F-AABB-B109FF51361C}" type="datetime1">
              <a:rPr lang="en-US" smtClean="0"/>
              <a:t>10/8/26</a:t>
            </a:fld>
            <a:endParaRPr lang="en-US"/>
          </a:p>
        </p:txBody>
      </p:sp>
      <p:sp>
        <p:nvSpPr>
          <p:cNvPr id="5" name="Footer Placeholder 4">
            <a:extLst>
              <a:ext uri="{FF2B5EF4-FFF2-40B4-BE49-F238E27FC236}">
                <a16:creationId xmlns:a16="http://schemas.microsoft.com/office/drawing/2014/main" id="{3A2E5A38-7750-7523-2517-AFF7E3428F8B}"/>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grpSp>
        <p:nvGrpSpPr>
          <p:cNvPr id="11" name="Group 10">
            <a:extLst>
              <a:ext uri="{FF2B5EF4-FFF2-40B4-BE49-F238E27FC236}">
                <a16:creationId xmlns:a16="http://schemas.microsoft.com/office/drawing/2014/main" id="{50D4275C-C6E9-83CE-2F9E-EF5EEED27BFC}"/>
              </a:ext>
            </a:extLst>
          </p:cNvPr>
          <p:cNvGrpSpPr/>
          <p:nvPr userDrawn="1"/>
        </p:nvGrpSpPr>
        <p:grpSpPr>
          <a:xfrm>
            <a:off x="3525702" y="81277"/>
            <a:ext cx="9366450" cy="6776723"/>
            <a:chOff x="3525702" y="81277"/>
            <a:chExt cx="9366450" cy="6776723"/>
          </a:xfrm>
        </p:grpSpPr>
        <p:sp>
          <p:nvSpPr>
            <p:cNvPr id="8" name="Right Triangle 2">
              <a:extLst>
                <a:ext uri="{FF2B5EF4-FFF2-40B4-BE49-F238E27FC236}">
                  <a16:creationId xmlns:a16="http://schemas.microsoft.com/office/drawing/2014/main" id="{18B06690-16EF-1C32-E01C-0A08B1285DC5}"/>
                </a:ext>
              </a:extLst>
            </p:cNvPr>
            <p:cNvSpPr/>
            <p:nvPr userDrawn="1"/>
          </p:nvSpPr>
          <p:spPr>
            <a:xfrm rot="16200000">
              <a:off x="5731803" y="1443847"/>
              <a:ext cx="3208052" cy="7620254"/>
            </a:xfrm>
            <a:custGeom>
              <a:avLst/>
              <a:gdLst>
                <a:gd name="connsiteX0" fmla="*/ 0 w 3080478"/>
                <a:gd name="connsiteY0" fmla="*/ 7220204 h 7220204"/>
                <a:gd name="connsiteX1" fmla="*/ 0 w 3080478"/>
                <a:gd name="connsiteY1" fmla="*/ 0 h 7220204"/>
                <a:gd name="connsiteX2" fmla="*/ 3080478 w 3080478"/>
                <a:gd name="connsiteY2" fmla="*/ 7220204 h 7220204"/>
                <a:gd name="connsiteX3" fmla="*/ 0 w 3080478"/>
                <a:gd name="connsiteY3" fmla="*/ 7220204 h 7220204"/>
                <a:gd name="connsiteX0" fmla="*/ 0 w 3236341"/>
                <a:gd name="connsiteY0" fmla="*/ 7220204 h 7620254"/>
                <a:gd name="connsiteX1" fmla="*/ 0 w 3236341"/>
                <a:gd name="connsiteY1" fmla="*/ 0 h 7620254"/>
                <a:gd name="connsiteX2" fmla="*/ 3236341 w 3236341"/>
                <a:gd name="connsiteY2" fmla="*/ 7620254 h 7620254"/>
                <a:gd name="connsiteX3" fmla="*/ 0 w 3236341"/>
                <a:gd name="connsiteY3" fmla="*/ 7220204 h 7620254"/>
              </a:gdLst>
              <a:ahLst/>
              <a:cxnLst>
                <a:cxn ang="0">
                  <a:pos x="connsiteX0" y="connsiteY0"/>
                </a:cxn>
                <a:cxn ang="0">
                  <a:pos x="connsiteX1" y="connsiteY1"/>
                </a:cxn>
                <a:cxn ang="0">
                  <a:pos x="connsiteX2" y="connsiteY2"/>
                </a:cxn>
                <a:cxn ang="0">
                  <a:pos x="connsiteX3" y="connsiteY3"/>
                </a:cxn>
              </a:cxnLst>
              <a:rect l="l" t="t" r="r" b="b"/>
              <a:pathLst>
                <a:path w="3236341" h="7620254">
                  <a:moveTo>
                    <a:pt x="0" y="7220204"/>
                  </a:moveTo>
                  <a:lnTo>
                    <a:pt x="0" y="0"/>
                  </a:lnTo>
                  <a:lnTo>
                    <a:pt x="3236341" y="7620254"/>
                  </a:lnTo>
                  <a:lnTo>
                    <a:pt x="0" y="72202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7">
              <a:extLst>
                <a:ext uri="{FF2B5EF4-FFF2-40B4-BE49-F238E27FC236}">
                  <a16:creationId xmlns:a16="http://schemas.microsoft.com/office/drawing/2014/main" id="{32849439-FA95-1807-60C5-1621147AF273}"/>
                </a:ext>
              </a:extLst>
            </p:cNvPr>
            <p:cNvSpPr/>
            <p:nvPr userDrawn="1"/>
          </p:nvSpPr>
          <p:spPr>
            <a:xfrm rot="13020306">
              <a:off x="10508900" y="81277"/>
              <a:ext cx="2383252" cy="3557165"/>
            </a:xfrm>
            <a:custGeom>
              <a:avLst/>
              <a:gdLst>
                <a:gd name="connsiteX0" fmla="*/ 0 w 2989034"/>
                <a:gd name="connsiteY0" fmla="*/ 3747387 h 3747387"/>
                <a:gd name="connsiteX1" fmla="*/ 1494517 w 2989034"/>
                <a:gd name="connsiteY1" fmla="*/ 0 h 3747387"/>
                <a:gd name="connsiteX2" fmla="*/ 2989034 w 2989034"/>
                <a:gd name="connsiteY2" fmla="*/ 3747387 h 3747387"/>
                <a:gd name="connsiteX3" fmla="*/ 0 w 2989034"/>
                <a:gd name="connsiteY3" fmla="*/ 3747387 h 3747387"/>
                <a:gd name="connsiteX0" fmla="*/ 0 w 3309786"/>
                <a:gd name="connsiteY0" fmla="*/ 3747387 h 3747387"/>
                <a:gd name="connsiteX1" fmla="*/ 1494517 w 3309786"/>
                <a:gd name="connsiteY1" fmla="*/ 0 h 3747387"/>
                <a:gd name="connsiteX2" fmla="*/ 3309786 w 3309786"/>
                <a:gd name="connsiteY2" fmla="*/ 3180929 h 3747387"/>
                <a:gd name="connsiteX3" fmla="*/ 0 w 3309786"/>
                <a:gd name="connsiteY3" fmla="*/ 3747387 h 3747387"/>
                <a:gd name="connsiteX0" fmla="*/ 91038 w 1815269"/>
                <a:gd name="connsiteY0" fmla="*/ 4479261 h 4479261"/>
                <a:gd name="connsiteX1" fmla="*/ 0 w 1815269"/>
                <a:gd name="connsiteY1" fmla="*/ 0 h 4479261"/>
                <a:gd name="connsiteX2" fmla="*/ 1815269 w 1815269"/>
                <a:gd name="connsiteY2" fmla="*/ 3180929 h 4479261"/>
                <a:gd name="connsiteX3" fmla="*/ 91038 w 1815269"/>
                <a:gd name="connsiteY3" fmla="*/ 4479261 h 4479261"/>
                <a:gd name="connsiteX0" fmla="*/ 91038 w 1815269"/>
                <a:gd name="connsiteY0" fmla="*/ 4479261 h 4479261"/>
                <a:gd name="connsiteX1" fmla="*/ 78524 w 1815269"/>
                <a:gd name="connsiteY1" fmla="*/ 4014238 h 4479261"/>
                <a:gd name="connsiteX2" fmla="*/ 0 w 1815269"/>
                <a:gd name="connsiteY2" fmla="*/ 0 h 4479261"/>
                <a:gd name="connsiteX3" fmla="*/ 1815269 w 1815269"/>
                <a:gd name="connsiteY3" fmla="*/ 3180929 h 4479261"/>
                <a:gd name="connsiteX4" fmla="*/ 91038 w 1815269"/>
                <a:gd name="connsiteY4" fmla="*/ 4479261 h 4479261"/>
                <a:gd name="connsiteX0" fmla="*/ 1494918 w 3219149"/>
                <a:gd name="connsiteY0" fmla="*/ 4479261 h 4479261"/>
                <a:gd name="connsiteX1" fmla="*/ 0 w 3219149"/>
                <a:gd name="connsiteY1" fmla="*/ 2461205 h 4479261"/>
                <a:gd name="connsiteX2" fmla="*/ 1403880 w 3219149"/>
                <a:gd name="connsiteY2" fmla="*/ 0 h 4479261"/>
                <a:gd name="connsiteX3" fmla="*/ 3219149 w 3219149"/>
                <a:gd name="connsiteY3" fmla="*/ 3180929 h 4479261"/>
                <a:gd name="connsiteX4" fmla="*/ 1494918 w 3219149"/>
                <a:gd name="connsiteY4" fmla="*/ 4479261 h 4479261"/>
                <a:gd name="connsiteX0" fmla="*/ 1505145 w 3219149"/>
                <a:gd name="connsiteY0" fmla="*/ 4475824 h 4475824"/>
                <a:gd name="connsiteX1" fmla="*/ 0 w 3219149"/>
                <a:gd name="connsiteY1" fmla="*/ 2461205 h 4475824"/>
                <a:gd name="connsiteX2" fmla="*/ 1403880 w 3219149"/>
                <a:gd name="connsiteY2" fmla="*/ 0 h 4475824"/>
                <a:gd name="connsiteX3" fmla="*/ 3219149 w 3219149"/>
                <a:gd name="connsiteY3" fmla="*/ 3180929 h 4475824"/>
                <a:gd name="connsiteX4" fmla="*/ 1505145 w 3219149"/>
                <a:gd name="connsiteY4" fmla="*/ 4475824 h 4475824"/>
                <a:gd name="connsiteX0" fmla="*/ 1511534 w 3219149"/>
                <a:gd name="connsiteY0" fmla="*/ 4291563 h 4291563"/>
                <a:gd name="connsiteX1" fmla="*/ 0 w 3219149"/>
                <a:gd name="connsiteY1" fmla="*/ 2461205 h 4291563"/>
                <a:gd name="connsiteX2" fmla="*/ 1403880 w 3219149"/>
                <a:gd name="connsiteY2" fmla="*/ 0 h 4291563"/>
                <a:gd name="connsiteX3" fmla="*/ 3219149 w 3219149"/>
                <a:gd name="connsiteY3" fmla="*/ 3180929 h 4291563"/>
                <a:gd name="connsiteX4" fmla="*/ 1511534 w 3219149"/>
                <a:gd name="connsiteY4" fmla="*/ 4291563 h 4291563"/>
                <a:gd name="connsiteX0" fmla="*/ 1499655 w 3219149"/>
                <a:gd name="connsiteY0" fmla="*/ 4462871 h 4462871"/>
                <a:gd name="connsiteX1" fmla="*/ 0 w 3219149"/>
                <a:gd name="connsiteY1" fmla="*/ 2461205 h 4462871"/>
                <a:gd name="connsiteX2" fmla="*/ 1403880 w 3219149"/>
                <a:gd name="connsiteY2" fmla="*/ 0 h 4462871"/>
                <a:gd name="connsiteX3" fmla="*/ 3219149 w 3219149"/>
                <a:gd name="connsiteY3" fmla="*/ 3180929 h 4462871"/>
                <a:gd name="connsiteX4" fmla="*/ 1499655 w 3219149"/>
                <a:gd name="connsiteY4" fmla="*/ 4462871 h 4462871"/>
                <a:gd name="connsiteX0" fmla="*/ 1499655 w 3214370"/>
                <a:gd name="connsiteY0" fmla="*/ 4462871 h 4462871"/>
                <a:gd name="connsiteX1" fmla="*/ 0 w 3214370"/>
                <a:gd name="connsiteY1" fmla="*/ 2461205 h 4462871"/>
                <a:gd name="connsiteX2" fmla="*/ 1403880 w 3214370"/>
                <a:gd name="connsiteY2" fmla="*/ 0 h 4462871"/>
                <a:gd name="connsiteX3" fmla="*/ 3214370 w 3214370"/>
                <a:gd name="connsiteY3" fmla="*/ 3180258 h 4462871"/>
                <a:gd name="connsiteX4" fmla="*/ 1499655 w 3214370"/>
                <a:gd name="connsiteY4" fmla="*/ 4462871 h 4462871"/>
                <a:gd name="connsiteX0" fmla="*/ 1499655 w 3214370"/>
                <a:gd name="connsiteY0" fmla="*/ 4373505 h 4373505"/>
                <a:gd name="connsiteX1" fmla="*/ 0 w 3214370"/>
                <a:gd name="connsiteY1" fmla="*/ 2371839 h 4373505"/>
                <a:gd name="connsiteX2" fmla="*/ 1415692 w 3214370"/>
                <a:gd name="connsiteY2" fmla="*/ 0 h 4373505"/>
                <a:gd name="connsiteX3" fmla="*/ 3214370 w 3214370"/>
                <a:gd name="connsiteY3" fmla="*/ 3090892 h 4373505"/>
                <a:gd name="connsiteX4" fmla="*/ 1499655 w 3214370"/>
                <a:gd name="connsiteY4" fmla="*/ 4373505 h 4373505"/>
                <a:gd name="connsiteX0" fmla="*/ 1499655 w 3214370"/>
                <a:gd name="connsiteY0" fmla="*/ 4435543 h 4435543"/>
                <a:gd name="connsiteX1" fmla="*/ 0 w 3214370"/>
                <a:gd name="connsiteY1" fmla="*/ 2433877 h 4435543"/>
                <a:gd name="connsiteX2" fmla="*/ 1390297 w 3214370"/>
                <a:gd name="connsiteY2" fmla="*/ 0 h 4435543"/>
                <a:gd name="connsiteX3" fmla="*/ 3214370 w 3214370"/>
                <a:gd name="connsiteY3" fmla="*/ 3152930 h 4435543"/>
                <a:gd name="connsiteX4" fmla="*/ 1499655 w 3214370"/>
                <a:gd name="connsiteY4" fmla="*/ 4435543 h 4435543"/>
                <a:gd name="connsiteX0" fmla="*/ 1499655 w 3237631"/>
                <a:gd name="connsiteY0" fmla="*/ 4435543 h 4435543"/>
                <a:gd name="connsiteX1" fmla="*/ 0 w 3237631"/>
                <a:gd name="connsiteY1" fmla="*/ 2433877 h 4435543"/>
                <a:gd name="connsiteX2" fmla="*/ 1390297 w 3237631"/>
                <a:gd name="connsiteY2" fmla="*/ 0 h 4435543"/>
                <a:gd name="connsiteX3" fmla="*/ 3237631 w 3237631"/>
                <a:gd name="connsiteY3" fmla="*/ 3178124 h 4435543"/>
                <a:gd name="connsiteX4" fmla="*/ 1499655 w 3237631"/>
                <a:gd name="connsiteY4" fmla="*/ 4435543 h 4435543"/>
                <a:gd name="connsiteX0" fmla="*/ 1499655 w 3208881"/>
                <a:gd name="connsiteY0" fmla="*/ 4435543 h 4435543"/>
                <a:gd name="connsiteX1" fmla="*/ 0 w 3208881"/>
                <a:gd name="connsiteY1" fmla="*/ 2433877 h 4435543"/>
                <a:gd name="connsiteX2" fmla="*/ 1390297 w 3208881"/>
                <a:gd name="connsiteY2" fmla="*/ 0 h 4435543"/>
                <a:gd name="connsiteX3" fmla="*/ 3208881 w 3208881"/>
                <a:gd name="connsiteY3" fmla="*/ 3139978 h 4435543"/>
                <a:gd name="connsiteX4" fmla="*/ 1499655 w 3208881"/>
                <a:gd name="connsiteY4" fmla="*/ 4435543 h 4435543"/>
                <a:gd name="connsiteX0" fmla="*/ 1496890 w 3208881"/>
                <a:gd name="connsiteY0" fmla="*/ 4420537 h 4420537"/>
                <a:gd name="connsiteX1" fmla="*/ 0 w 3208881"/>
                <a:gd name="connsiteY1" fmla="*/ 2433877 h 4420537"/>
                <a:gd name="connsiteX2" fmla="*/ 1390297 w 3208881"/>
                <a:gd name="connsiteY2" fmla="*/ 0 h 4420537"/>
                <a:gd name="connsiteX3" fmla="*/ 3208881 w 3208881"/>
                <a:gd name="connsiteY3" fmla="*/ 3139978 h 4420537"/>
                <a:gd name="connsiteX4" fmla="*/ 1496890 w 3208881"/>
                <a:gd name="connsiteY4" fmla="*/ 4420537 h 4420537"/>
                <a:gd name="connsiteX0" fmla="*/ 1503051 w 3208881"/>
                <a:gd name="connsiteY0" fmla="*/ 4428711 h 4428711"/>
                <a:gd name="connsiteX1" fmla="*/ 0 w 3208881"/>
                <a:gd name="connsiteY1" fmla="*/ 2433877 h 4428711"/>
                <a:gd name="connsiteX2" fmla="*/ 1390297 w 3208881"/>
                <a:gd name="connsiteY2" fmla="*/ 0 h 4428711"/>
                <a:gd name="connsiteX3" fmla="*/ 3208881 w 3208881"/>
                <a:gd name="connsiteY3" fmla="*/ 3139978 h 4428711"/>
                <a:gd name="connsiteX4" fmla="*/ 1503051 w 3208881"/>
                <a:gd name="connsiteY4" fmla="*/ 4428711 h 4428711"/>
                <a:gd name="connsiteX0" fmla="*/ 1503051 w 3215042"/>
                <a:gd name="connsiteY0" fmla="*/ 4428711 h 4428711"/>
                <a:gd name="connsiteX1" fmla="*/ 0 w 3215042"/>
                <a:gd name="connsiteY1" fmla="*/ 2433877 h 4428711"/>
                <a:gd name="connsiteX2" fmla="*/ 1390297 w 3215042"/>
                <a:gd name="connsiteY2" fmla="*/ 0 h 4428711"/>
                <a:gd name="connsiteX3" fmla="*/ 3215042 w 3215042"/>
                <a:gd name="connsiteY3" fmla="*/ 3148153 h 4428711"/>
                <a:gd name="connsiteX4" fmla="*/ 1503051 w 3215042"/>
                <a:gd name="connsiteY4" fmla="*/ 4428711 h 4428711"/>
                <a:gd name="connsiteX0" fmla="*/ 1506487 w 3215042"/>
                <a:gd name="connsiteY0" fmla="*/ 4438939 h 4438939"/>
                <a:gd name="connsiteX1" fmla="*/ 0 w 3215042"/>
                <a:gd name="connsiteY1" fmla="*/ 2433877 h 4438939"/>
                <a:gd name="connsiteX2" fmla="*/ 1390297 w 3215042"/>
                <a:gd name="connsiteY2" fmla="*/ 0 h 4438939"/>
                <a:gd name="connsiteX3" fmla="*/ 3215042 w 3215042"/>
                <a:gd name="connsiteY3" fmla="*/ 3148153 h 4438939"/>
                <a:gd name="connsiteX4" fmla="*/ 1506487 w 3215042"/>
                <a:gd name="connsiteY4" fmla="*/ 4438939 h 4438939"/>
                <a:gd name="connsiteX0" fmla="*/ 1420343 w 3215042"/>
                <a:gd name="connsiteY0" fmla="*/ 4088648 h 4088648"/>
                <a:gd name="connsiteX1" fmla="*/ 0 w 3215042"/>
                <a:gd name="connsiteY1" fmla="*/ 2433877 h 4088648"/>
                <a:gd name="connsiteX2" fmla="*/ 1390297 w 3215042"/>
                <a:gd name="connsiteY2" fmla="*/ 0 h 4088648"/>
                <a:gd name="connsiteX3" fmla="*/ 3215042 w 3215042"/>
                <a:gd name="connsiteY3" fmla="*/ 3148153 h 4088648"/>
                <a:gd name="connsiteX4" fmla="*/ 1420343 w 3215042"/>
                <a:gd name="connsiteY4" fmla="*/ 4088648 h 4088648"/>
                <a:gd name="connsiteX0" fmla="*/ 2750218 w 3215042"/>
                <a:gd name="connsiteY0" fmla="*/ 3480066 h 3480066"/>
                <a:gd name="connsiteX1" fmla="*/ 0 w 3215042"/>
                <a:gd name="connsiteY1" fmla="*/ 2433877 h 3480066"/>
                <a:gd name="connsiteX2" fmla="*/ 1390297 w 3215042"/>
                <a:gd name="connsiteY2" fmla="*/ 0 h 3480066"/>
                <a:gd name="connsiteX3" fmla="*/ 3215042 w 3215042"/>
                <a:gd name="connsiteY3" fmla="*/ 3148153 h 3480066"/>
                <a:gd name="connsiteX4" fmla="*/ 2750218 w 3215042"/>
                <a:gd name="connsiteY4" fmla="*/ 3480066 h 3480066"/>
                <a:gd name="connsiteX0" fmla="*/ 1921864 w 2386688"/>
                <a:gd name="connsiteY0" fmla="*/ 3480066 h 3480066"/>
                <a:gd name="connsiteX1" fmla="*/ 0 w 2386688"/>
                <a:gd name="connsiteY1" fmla="*/ 991285 h 3480066"/>
                <a:gd name="connsiteX2" fmla="*/ 561943 w 2386688"/>
                <a:gd name="connsiteY2" fmla="*/ 0 h 3480066"/>
                <a:gd name="connsiteX3" fmla="*/ 2386688 w 2386688"/>
                <a:gd name="connsiteY3" fmla="*/ 3148153 h 3480066"/>
                <a:gd name="connsiteX4" fmla="*/ 1921864 w 2386688"/>
                <a:gd name="connsiteY4" fmla="*/ 3480066 h 3480066"/>
                <a:gd name="connsiteX0" fmla="*/ 1921864 w 2383252"/>
                <a:gd name="connsiteY0" fmla="*/ 3480066 h 3480066"/>
                <a:gd name="connsiteX1" fmla="*/ 0 w 2383252"/>
                <a:gd name="connsiteY1" fmla="*/ 991285 h 3480066"/>
                <a:gd name="connsiteX2" fmla="*/ 561943 w 2383252"/>
                <a:gd name="connsiteY2" fmla="*/ 0 h 3480066"/>
                <a:gd name="connsiteX3" fmla="*/ 2383252 w 2383252"/>
                <a:gd name="connsiteY3" fmla="*/ 3138147 h 3480066"/>
                <a:gd name="connsiteX4" fmla="*/ 1921864 w 2383252"/>
                <a:gd name="connsiteY4" fmla="*/ 3480066 h 348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3252" h="3480066">
                  <a:moveTo>
                    <a:pt x="1921864" y="3480066"/>
                  </a:moveTo>
                  <a:lnTo>
                    <a:pt x="0" y="991285"/>
                  </a:lnTo>
                  <a:lnTo>
                    <a:pt x="561943" y="0"/>
                  </a:lnTo>
                  <a:lnTo>
                    <a:pt x="2383252" y="3138147"/>
                  </a:lnTo>
                  <a:lnTo>
                    <a:pt x="1921864" y="348006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0BFEE090-0D6F-2B15-3688-F36CB80D2F2B}"/>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7" name="Rectangle 6">
            <a:extLst>
              <a:ext uri="{FF2B5EF4-FFF2-40B4-BE49-F238E27FC236}">
                <a16:creationId xmlns:a16="http://schemas.microsoft.com/office/drawing/2014/main" id="{FE73D2EB-EF52-BC3C-6C4A-16906300A983}"/>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71265608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74DE-9C13-EC5E-96C9-8CFAD738CAC3}"/>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Date Placeholder 2">
            <a:extLst>
              <a:ext uri="{FF2B5EF4-FFF2-40B4-BE49-F238E27FC236}">
                <a16:creationId xmlns:a16="http://schemas.microsoft.com/office/drawing/2014/main" id="{1C00B0C1-46B3-A52F-9D72-15A3D44FD70F}"/>
              </a:ext>
            </a:extLst>
          </p:cNvPr>
          <p:cNvSpPr>
            <a:spLocks noGrp="1"/>
          </p:cNvSpPr>
          <p:nvPr>
            <p:ph type="dt" sz="half" idx="10"/>
          </p:nvPr>
        </p:nvSpPr>
        <p:spPr/>
        <p:txBody>
          <a:bodyPr/>
          <a:lstStyle/>
          <a:p>
            <a:fld id="{B02386DA-5700-4357-A3D5-37703C870FC2}" type="datetime1">
              <a:rPr lang="en-US" smtClean="0"/>
              <a:t>10/8/26</a:t>
            </a:fld>
            <a:endParaRPr lang="en-US"/>
          </a:p>
        </p:txBody>
      </p:sp>
      <p:sp>
        <p:nvSpPr>
          <p:cNvPr id="4" name="Footer Placeholder 3">
            <a:extLst>
              <a:ext uri="{FF2B5EF4-FFF2-40B4-BE49-F238E27FC236}">
                <a16:creationId xmlns:a16="http://schemas.microsoft.com/office/drawing/2014/main" id="{3AF99B41-7018-1DD3-4D25-D71311292E9B}"/>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5" name="Slide Number Placeholder 4">
            <a:extLst>
              <a:ext uri="{FF2B5EF4-FFF2-40B4-BE49-F238E27FC236}">
                <a16:creationId xmlns:a16="http://schemas.microsoft.com/office/drawing/2014/main" id="{785D73C5-D766-2B77-B81C-14E2EB596101}"/>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7" name="Content Placeholder 6">
            <a:extLst>
              <a:ext uri="{FF2B5EF4-FFF2-40B4-BE49-F238E27FC236}">
                <a16:creationId xmlns:a16="http://schemas.microsoft.com/office/drawing/2014/main" id="{6040BB25-BB2F-972B-120A-2236EF6021E8}"/>
              </a:ext>
            </a:extLst>
          </p:cNvPr>
          <p:cNvSpPr>
            <a:spLocks noGrp="1"/>
          </p:cNvSpPr>
          <p:nvPr>
            <p:ph sz="quarter" idx="13" hasCustomPrompt="1"/>
          </p:nvPr>
        </p:nvSpPr>
        <p:spPr>
          <a:xfrm>
            <a:off x="476250" y="1516063"/>
            <a:ext cx="11236325"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Graphic 7">
            <a:extLst>
              <a:ext uri="{FF2B5EF4-FFF2-40B4-BE49-F238E27FC236}">
                <a16:creationId xmlns:a16="http://schemas.microsoft.com/office/drawing/2014/main" id="{DBB9C42A-C213-C1CD-09BC-3E97A99364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Rectangle 5">
            <a:extLst>
              <a:ext uri="{FF2B5EF4-FFF2-40B4-BE49-F238E27FC236}">
                <a16:creationId xmlns:a16="http://schemas.microsoft.com/office/drawing/2014/main" id="{F949BF83-F670-BD92-92A0-99C80D4222D5}"/>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39537007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Teal">
    <p:bg>
      <p:bgRef idx="1001">
        <a:schemeClr val="bg1"/>
      </p:bgRef>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37C0A1A-50AE-E3D4-BB16-8788BDBB9443}"/>
              </a:ext>
            </a:extLst>
          </p:cNvPr>
          <p:cNvSpPr/>
          <p:nvPr userDrawn="1"/>
        </p:nvSpPr>
        <p:spPr>
          <a:xfrm>
            <a:off x="3475110" y="0"/>
            <a:ext cx="8716890" cy="6858001"/>
          </a:xfrm>
          <a:custGeom>
            <a:avLst/>
            <a:gdLst>
              <a:gd name="connsiteX0" fmla="*/ 7712651 w 8716890"/>
              <a:gd name="connsiteY0" fmla="*/ 4550002 h 6858001"/>
              <a:gd name="connsiteX1" fmla="*/ 8716890 w 8716890"/>
              <a:gd name="connsiteY1" fmla="*/ 4550002 h 6858001"/>
              <a:gd name="connsiteX2" fmla="*/ 8716890 w 8716890"/>
              <a:gd name="connsiteY2" fmla="*/ 6858001 h 6858001"/>
              <a:gd name="connsiteX3" fmla="*/ 6410270 w 8716890"/>
              <a:gd name="connsiteY3" fmla="*/ 6858001 h 6858001"/>
              <a:gd name="connsiteX4" fmla="*/ 1302380 w 8716890"/>
              <a:gd name="connsiteY4" fmla="*/ 4550002 h 6858001"/>
              <a:gd name="connsiteX5" fmla="*/ 4485297 w 8716890"/>
              <a:gd name="connsiteY5" fmla="*/ 4550002 h 6858001"/>
              <a:gd name="connsiteX6" fmla="*/ 3182916 w 8716890"/>
              <a:gd name="connsiteY6" fmla="*/ 6858001 h 6858001"/>
              <a:gd name="connsiteX7" fmla="*/ 0 w 8716890"/>
              <a:gd name="connsiteY7" fmla="*/ 6858001 h 6858001"/>
              <a:gd name="connsiteX8" fmla="*/ 7052819 w 8716890"/>
              <a:gd name="connsiteY8" fmla="*/ 0 h 6858001"/>
              <a:gd name="connsiteX9" fmla="*/ 8716890 w 8716890"/>
              <a:gd name="connsiteY9" fmla="*/ 0 h 6858001"/>
              <a:gd name="connsiteX10" fmla="*/ 8716890 w 8716890"/>
              <a:gd name="connsiteY10" fmla="*/ 2756296 h 6858001"/>
              <a:gd name="connsiteX11" fmla="*/ 7704719 w 8716890"/>
              <a:gd name="connsiteY11" fmla="*/ 4550003 h 6858001"/>
              <a:gd name="connsiteX12" fmla="*/ 4485297 w 8716890"/>
              <a:gd name="connsiteY12" fmla="*/ 455000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16890" h="6858001">
                <a:moveTo>
                  <a:pt x="7712651" y="4550002"/>
                </a:moveTo>
                <a:lnTo>
                  <a:pt x="8716890" y="4550002"/>
                </a:lnTo>
                <a:lnTo>
                  <a:pt x="8716890" y="6858001"/>
                </a:lnTo>
                <a:lnTo>
                  <a:pt x="6410270" y="6858001"/>
                </a:lnTo>
                <a:close/>
                <a:moveTo>
                  <a:pt x="1302380" y="4550002"/>
                </a:moveTo>
                <a:lnTo>
                  <a:pt x="4485297" y="4550002"/>
                </a:lnTo>
                <a:lnTo>
                  <a:pt x="3182916" y="6858001"/>
                </a:lnTo>
                <a:lnTo>
                  <a:pt x="0" y="6858001"/>
                </a:lnTo>
                <a:close/>
                <a:moveTo>
                  <a:pt x="7052819" y="0"/>
                </a:moveTo>
                <a:lnTo>
                  <a:pt x="8716890" y="0"/>
                </a:lnTo>
                <a:lnTo>
                  <a:pt x="8716890" y="2756296"/>
                </a:lnTo>
                <a:lnTo>
                  <a:pt x="7704719" y="4550003"/>
                </a:lnTo>
                <a:lnTo>
                  <a:pt x="4485297" y="455000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6" name="Text Placeholder 5">
            <a:extLst>
              <a:ext uri="{FF2B5EF4-FFF2-40B4-BE49-F238E27FC236}">
                <a16:creationId xmlns:a16="http://schemas.microsoft.com/office/drawing/2014/main" id="{33EC2F47-B543-2F83-D3D6-51AD7D9E71A7}"/>
              </a:ext>
            </a:extLst>
          </p:cNvPr>
          <p:cNvSpPr>
            <a:spLocks noGrp="1"/>
          </p:cNvSpPr>
          <p:nvPr>
            <p:ph type="body" sz="quarter" idx="10" hasCustomPrompt="1"/>
          </p:nvPr>
        </p:nvSpPr>
        <p:spPr>
          <a:xfrm>
            <a:off x="476250" y="1516063"/>
            <a:ext cx="663733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384C1C90-6E9C-9F6A-DC75-A8F5684C442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Date Placeholder 1">
            <a:extLst>
              <a:ext uri="{FF2B5EF4-FFF2-40B4-BE49-F238E27FC236}">
                <a16:creationId xmlns:a16="http://schemas.microsoft.com/office/drawing/2014/main" id="{85875CD6-EA31-AE16-C5E1-146E4F5CC4B1}"/>
              </a:ext>
            </a:extLst>
          </p:cNvPr>
          <p:cNvSpPr>
            <a:spLocks noGrp="1"/>
          </p:cNvSpPr>
          <p:nvPr>
            <p:ph type="dt" sz="half" idx="11"/>
          </p:nvPr>
        </p:nvSpPr>
        <p:spPr/>
        <p:txBody>
          <a:bodyPr/>
          <a:lstStyle/>
          <a:p>
            <a:fld id="{976966CF-BCAC-429A-8A83-18F4E85F2964}" type="datetime1">
              <a:rPr lang="en-US" smtClean="0"/>
              <a:t>10/8/26</a:t>
            </a:fld>
            <a:endParaRPr lang="en-US"/>
          </a:p>
        </p:txBody>
      </p:sp>
      <p:sp>
        <p:nvSpPr>
          <p:cNvPr id="3" name="Footer Placeholder 2">
            <a:extLst>
              <a:ext uri="{FF2B5EF4-FFF2-40B4-BE49-F238E27FC236}">
                <a16:creationId xmlns:a16="http://schemas.microsoft.com/office/drawing/2014/main" id="{296104B7-BD34-CB71-7A75-010E5C65E1FB}"/>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3BFE6C7-CC71-388B-9DEE-8685E5C29B39}"/>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5" name="Title 4">
            <a:extLst>
              <a:ext uri="{FF2B5EF4-FFF2-40B4-BE49-F238E27FC236}">
                <a16:creationId xmlns:a16="http://schemas.microsoft.com/office/drawing/2014/main" id="{551EE24C-4600-2C6E-960C-128E2FA87836}"/>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7" name="Rectangle 6">
            <a:extLst>
              <a:ext uri="{FF2B5EF4-FFF2-40B4-BE49-F238E27FC236}">
                <a16:creationId xmlns:a16="http://schemas.microsoft.com/office/drawing/2014/main" id="{AD32DF78-0A37-E3E8-9FCB-5AFA2B0FA6CF}"/>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88468221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4D54-401A-041E-7935-7CC8FB05533A}"/>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Content Placeholder 2">
            <a:extLst>
              <a:ext uri="{FF2B5EF4-FFF2-40B4-BE49-F238E27FC236}">
                <a16:creationId xmlns:a16="http://schemas.microsoft.com/office/drawing/2014/main" id="{F74B4146-F1A3-2743-B500-D34C9888331B}"/>
              </a:ext>
            </a:extLst>
          </p:cNvPr>
          <p:cNvSpPr>
            <a:spLocks noGrp="1"/>
          </p:cNvSpPr>
          <p:nvPr>
            <p:ph sz="half" idx="1" hasCustomPrompt="1"/>
          </p:nvPr>
        </p:nvSpPr>
        <p:spPr>
          <a:xfrm>
            <a:off x="476250" y="1516063"/>
            <a:ext cx="5487988" cy="466248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F3AD1C3-E56B-8CAE-9280-97FE17F588BF}"/>
              </a:ext>
            </a:extLst>
          </p:cNvPr>
          <p:cNvSpPr>
            <a:spLocks noGrp="1"/>
          </p:cNvSpPr>
          <p:nvPr>
            <p:ph sz="half" idx="2" hasCustomPrompt="1"/>
          </p:nvPr>
        </p:nvSpPr>
        <p:spPr>
          <a:xfrm>
            <a:off x="6225701" y="1516063"/>
            <a:ext cx="5486400" cy="466090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36A1B98-9CEA-0AD6-A2C2-41852FD33EB2}"/>
              </a:ext>
            </a:extLst>
          </p:cNvPr>
          <p:cNvSpPr>
            <a:spLocks noGrp="1"/>
          </p:cNvSpPr>
          <p:nvPr>
            <p:ph type="dt" sz="half" idx="10"/>
          </p:nvPr>
        </p:nvSpPr>
        <p:spPr/>
        <p:txBody>
          <a:bodyPr/>
          <a:lstStyle/>
          <a:p>
            <a:fld id="{49C71FD4-B2FC-4B95-A38D-0DED7F1421A2}" type="datetime1">
              <a:rPr lang="en-US" smtClean="0"/>
              <a:t>10/8/26</a:t>
            </a:fld>
            <a:endParaRPr lang="en-US"/>
          </a:p>
        </p:txBody>
      </p:sp>
      <p:sp>
        <p:nvSpPr>
          <p:cNvPr id="6" name="Footer Placeholder 5">
            <a:extLst>
              <a:ext uri="{FF2B5EF4-FFF2-40B4-BE49-F238E27FC236}">
                <a16:creationId xmlns:a16="http://schemas.microsoft.com/office/drawing/2014/main" id="{5F8E7D2F-A029-02C9-1339-06AC3E1D95BD}"/>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7" name="Slide Number Placeholder 6">
            <a:extLst>
              <a:ext uri="{FF2B5EF4-FFF2-40B4-BE49-F238E27FC236}">
                <a16:creationId xmlns:a16="http://schemas.microsoft.com/office/drawing/2014/main" id="{0DDF0C5B-97B0-CA61-F876-9F080AB4B7E0}"/>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8" name="Graphic 7">
            <a:extLst>
              <a:ext uri="{FF2B5EF4-FFF2-40B4-BE49-F238E27FC236}">
                <a16:creationId xmlns:a16="http://schemas.microsoft.com/office/drawing/2014/main" id="{F8AB9F8E-7E7A-BB6A-3BC6-D2F259E47C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9" name="Rectangle 8">
            <a:extLst>
              <a:ext uri="{FF2B5EF4-FFF2-40B4-BE49-F238E27FC236}">
                <a16:creationId xmlns:a16="http://schemas.microsoft.com/office/drawing/2014/main" id="{7B6C0ED3-3AC6-9A2D-6D67-A1D5AAD5A2D6}"/>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6920853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Column">
    <p:bg>
      <p:bgRef idx="1001">
        <a:schemeClr val="bg1"/>
      </p:bgRef>
    </p:bg>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1E03FABD-CD21-60B1-9757-85F6486A25B4}"/>
              </a:ext>
            </a:extLst>
          </p:cNvPr>
          <p:cNvSpPr>
            <a:spLocks noGrp="1"/>
          </p:cNvSpPr>
          <p:nvPr>
            <p:ph type="body" sz="quarter" idx="11" hasCustomPrompt="1"/>
          </p:nvPr>
        </p:nvSpPr>
        <p:spPr>
          <a:xfrm>
            <a:off x="476655" y="1668780"/>
            <a:ext cx="5523692" cy="468630"/>
          </a:xfrm>
          <a:custGeom>
            <a:avLst/>
            <a:gdLst>
              <a:gd name="connsiteX0" fmla="*/ 5523692 w 5523692"/>
              <a:gd name="connsiteY0" fmla="*/ 0 h 468630"/>
              <a:gd name="connsiteX1" fmla="*/ 5373325 w 5523692"/>
              <a:gd name="connsiteY1" fmla="*/ 468630 h 468630"/>
              <a:gd name="connsiteX2" fmla="*/ 0 w 5523692"/>
              <a:gd name="connsiteY2" fmla="*/ 468630 h 468630"/>
              <a:gd name="connsiteX3" fmla="*/ 154970 w 5523692"/>
              <a:gd name="connsiteY3" fmla="*/ 4434 h 468630"/>
            </a:gdLst>
            <a:ahLst/>
            <a:cxnLst>
              <a:cxn ang="0">
                <a:pos x="connsiteX0" y="connsiteY0"/>
              </a:cxn>
              <a:cxn ang="0">
                <a:pos x="connsiteX1" y="connsiteY1"/>
              </a:cxn>
              <a:cxn ang="0">
                <a:pos x="connsiteX2" y="connsiteY2"/>
              </a:cxn>
              <a:cxn ang="0">
                <a:pos x="connsiteX3" y="connsiteY3"/>
              </a:cxn>
            </a:cxnLst>
            <a:rect l="l" t="t" r="r" b="b"/>
            <a:pathLst>
              <a:path w="5523692" h="468630">
                <a:moveTo>
                  <a:pt x="5523692" y="0"/>
                </a:moveTo>
                <a:lnTo>
                  <a:pt x="5373325" y="468630"/>
                </a:lnTo>
                <a:lnTo>
                  <a:pt x="0" y="468630"/>
                </a:lnTo>
                <a:lnTo>
                  <a:pt x="154970" y="4434"/>
                </a:lnTo>
                <a:close/>
              </a:path>
            </a:pathLst>
          </a:custGeom>
          <a:solidFill>
            <a:schemeClr val="accent2"/>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22" name="Text Placeholder 21">
            <a:extLst>
              <a:ext uri="{FF2B5EF4-FFF2-40B4-BE49-F238E27FC236}">
                <a16:creationId xmlns:a16="http://schemas.microsoft.com/office/drawing/2014/main" id="{78EBDD1E-0E08-AD11-A5D6-7F16510CB427}"/>
              </a:ext>
            </a:extLst>
          </p:cNvPr>
          <p:cNvSpPr>
            <a:spLocks noGrp="1"/>
          </p:cNvSpPr>
          <p:nvPr>
            <p:ph type="body" sz="quarter" idx="12" hasCustomPrompt="1"/>
          </p:nvPr>
        </p:nvSpPr>
        <p:spPr>
          <a:xfrm>
            <a:off x="6191652" y="1668782"/>
            <a:ext cx="5566056" cy="468629"/>
          </a:xfrm>
          <a:custGeom>
            <a:avLst/>
            <a:gdLst>
              <a:gd name="connsiteX0" fmla="*/ 5566056 w 5566056"/>
              <a:gd name="connsiteY0" fmla="*/ 0 h 468629"/>
              <a:gd name="connsiteX1" fmla="*/ 5566056 w 5566056"/>
              <a:gd name="connsiteY1" fmla="*/ 1957 h 468629"/>
              <a:gd name="connsiteX2" fmla="*/ 5415151 w 5566056"/>
              <a:gd name="connsiteY2" fmla="*/ 468629 h 468629"/>
              <a:gd name="connsiteX3" fmla="*/ 0 w 5566056"/>
              <a:gd name="connsiteY3" fmla="*/ 468629 h 468629"/>
              <a:gd name="connsiteX4" fmla="*/ 156177 w 5566056"/>
              <a:gd name="connsiteY4" fmla="*/ 4433 h 46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6056" h="468629">
                <a:moveTo>
                  <a:pt x="5566056" y="0"/>
                </a:moveTo>
                <a:lnTo>
                  <a:pt x="5566056" y="1957"/>
                </a:lnTo>
                <a:lnTo>
                  <a:pt x="5415151" y="468629"/>
                </a:lnTo>
                <a:lnTo>
                  <a:pt x="0" y="468629"/>
                </a:lnTo>
                <a:lnTo>
                  <a:pt x="156177" y="4433"/>
                </a:lnTo>
                <a:close/>
              </a:path>
            </a:pathLst>
          </a:custGeom>
          <a:solidFill>
            <a:schemeClr val="accent3"/>
          </a:solidFill>
        </p:spPr>
        <p:txBody>
          <a:bodyPr wrap="square" anchor="ctr">
            <a:noAutofit/>
          </a:bodyPr>
          <a:lstStyle>
            <a:lvl1pPr marL="0" indent="0" algn="ctr">
              <a:lnSpc>
                <a:spcPct val="100000"/>
              </a:lnSpc>
              <a:buFontTx/>
              <a:buNone/>
              <a:defRPr sz="2000" b="1">
                <a:solidFill>
                  <a:schemeClr val="bg2"/>
                </a:solidFill>
                <a:latin typeface="+mj-lt"/>
              </a:defRPr>
            </a:lvl1pPr>
          </a:lstStyle>
          <a:p>
            <a:pPr lvl="0"/>
            <a:r>
              <a:rPr lang="en-US" dirty="0"/>
              <a:t>[Add sub-title]</a:t>
            </a:r>
          </a:p>
        </p:txBody>
      </p:sp>
      <p:sp>
        <p:nvSpPr>
          <p:cNvPr id="9" name="Title 8">
            <a:extLst>
              <a:ext uri="{FF2B5EF4-FFF2-40B4-BE49-F238E27FC236}">
                <a16:creationId xmlns:a16="http://schemas.microsoft.com/office/drawing/2014/main" id="{FED1F947-391B-EFDA-064E-BBCB0C4B3EFB}"/>
              </a:ext>
            </a:extLst>
          </p:cNvPr>
          <p:cNvSpPr>
            <a:spLocks noGrp="1"/>
          </p:cNvSpPr>
          <p:nvPr>
            <p:ph type="title" hasCustomPrompt="1"/>
          </p:nvPr>
        </p:nvSpPr>
        <p:spPr/>
        <p:txBody>
          <a:bodyPr/>
          <a:lstStyle/>
          <a:p>
            <a:r>
              <a:rPr lang="en-US" dirty="0"/>
              <a:t>[Add headline]</a:t>
            </a:r>
          </a:p>
        </p:txBody>
      </p:sp>
      <p:sp>
        <p:nvSpPr>
          <p:cNvPr id="15" name="Content Placeholder 11">
            <a:extLst>
              <a:ext uri="{FF2B5EF4-FFF2-40B4-BE49-F238E27FC236}">
                <a16:creationId xmlns:a16="http://schemas.microsoft.com/office/drawing/2014/main" id="{5B2065A5-0501-71A5-6865-16313585C46A}"/>
              </a:ext>
            </a:extLst>
          </p:cNvPr>
          <p:cNvSpPr>
            <a:spLocks noGrp="1"/>
          </p:cNvSpPr>
          <p:nvPr>
            <p:ph sz="quarter" idx="13"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a:extLst>
              <a:ext uri="{FF2B5EF4-FFF2-40B4-BE49-F238E27FC236}">
                <a16:creationId xmlns:a16="http://schemas.microsoft.com/office/drawing/2014/main" id="{6D1D1753-B697-6872-6AAC-C3F5065F212C}"/>
              </a:ext>
            </a:extLst>
          </p:cNvPr>
          <p:cNvSpPr>
            <a:spLocks noGrp="1"/>
          </p:cNvSpPr>
          <p:nvPr>
            <p:ph sz="quarter" idx="14" hasCustomPrompt="1"/>
          </p:nvPr>
        </p:nvSpPr>
        <p:spPr>
          <a:xfrm>
            <a:off x="6223000" y="2423160"/>
            <a:ext cx="5491163"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E3456E6-C9F8-EB08-FC0E-688C654B7EAB}"/>
              </a:ext>
            </a:extLst>
          </p:cNvPr>
          <p:cNvSpPr>
            <a:spLocks noGrp="1"/>
          </p:cNvSpPr>
          <p:nvPr>
            <p:ph type="dt" sz="half" idx="15"/>
          </p:nvPr>
        </p:nvSpPr>
        <p:spPr/>
        <p:txBody>
          <a:bodyPr/>
          <a:lstStyle/>
          <a:p>
            <a:fld id="{017B6EA2-C518-4BA2-90F9-CC96ACB48612}" type="datetime1">
              <a:rPr lang="en-US" smtClean="0"/>
              <a:t>10/8/26</a:t>
            </a:fld>
            <a:endParaRPr lang="en-US"/>
          </a:p>
        </p:txBody>
      </p:sp>
      <p:sp>
        <p:nvSpPr>
          <p:cNvPr id="3" name="Footer Placeholder 2">
            <a:extLst>
              <a:ext uri="{FF2B5EF4-FFF2-40B4-BE49-F238E27FC236}">
                <a16:creationId xmlns:a16="http://schemas.microsoft.com/office/drawing/2014/main" id="{6B3DD683-D36E-BBE3-032D-479DF1F5BE81}"/>
              </a:ext>
            </a:extLst>
          </p:cNvPr>
          <p:cNvSpPr>
            <a:spLocks noGrp="1"/>
          </p:cNvSpPr>
          <p:nvPr>
            <p:ph type="ftr" sz="quarter" idx="16"/>
          </p:nvPr>
        </p:nvSpPr>
        <p:spPr/>
        <p:txBody>
          <a:bodyPr/>
          <a:lstStyle/>
          <a:p>
            <a:endParaRPr lang="en-US" dirty="0"/>
          </a:p>
        </p:txBody>
      </p:sp>
      <p:sp>
        <p:nvSpPr>
          <p:cNvPr id="4" name="Slide Number Placeholder 3">
            <a:extLst>
              <a:ext uri="{FF2B5EF4-FFF2-40B4-BE49-F238E27FC236}">
                <a16:creationId xmlns:a16="http://schemas.microsoft.com/office/drawing/2014/main" id="{5498AA8F-5BBE-3043-38DC-D77CC77F61A3}"/>
              </a:ext>
            </a:extLst>
          </p:cNvPr>
          <p:cNvSpPr>
            <a:spLocks noGrp="1"/>
          </p:cNvSpPr>
          <p:nvPr>
            <p:ph type="sldNum" sz="quarter" idx="17"/>
          </p:nvPr>
        </p:nvSpPr>
        <p:spPr/>
        <p:txBody>
          <a:bodyPr/>
          <a:lstStyle/>
          <a:p>
            <a:fld id="{16C30856-2FD0-40BB-988B-8BB8612257E2}" type="slidenum">
              <a:rPr lang="en-US" smtClean="0"/>
              <a:pPr/>
              <a:t>‹#›</a:t>
            </a:fld>
            <a:endParaRPr lang="en-US"/>
          </a:p>
        </p:txBody>
      </p:sp>
      <p:sp>
        <p:nvSpPr>
          <p:cNvPr id="5" name="Rectangle 4">
            <a:extLst>
              <a:ext uri="{FF2B5EF4-FFF2-40B4-BE49-F238E27FC236}">
                <a16:creationId xmlns:a16="http://schemas.microsoft.com/office/drawing/2014/main" id="{7E84DFB4-6C99-188D-3DD2-580D50529F3A}"/>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25112734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04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mparison">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D2901-438F-4665-3E72-D8443C96ECA2}"/>
              </a:ext>
            </a:extLst>
          </p:cNvPr>
          <p:cNvSpPr>
            <a:spLocks noGrp="1"/>
          </p:cNvSpPr>
          <p:nvPr>
            <p:ph type="body" idx="1" hasCustomPrompt="1"/>
          </p:nvPr>
        </p:nvSpPr>
        <p:spPr>
          <a:xfrm>
            <a:off x="476656" y="1668780"/>
            <a:ext cx="5487582" cy="594360"/>
          </a:xfrm>
        </p:spPr>
        <p:txBody>
          <a:bodyPr anchor="t"/>
          <a:lstStyle>
            <a:lvl1pPr marL="0" indent="0">
              <a:buNone/>
              <a:defRPr sz="24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62302F06-98AE-001A-CBFF-3D5505028915}"/>
              </a:ext>
            </a:extLst>
          </p:cNvPr>
          <p:cNvSpPr>
            <a:spLocks noGrp="1"/>
          </p:cNvSpPr>
          <p:nvPr>
            <p:ph sz="half" idx="2" hasCustomPrompt="1"/>
          </p:nvPr>
        </p:nvSpPr>
        <p:spPr>
          <a:xfrm>
            <a:off x="476250" y="2423160"/>
            <a:ext cx="5487988" cy="3755390"/>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557A7AD-614F-85ED-D90C-6CEBA8142C08}"/>
              </a:ext>
            </a:extLst>
          </p:cNvPr>
          <p:cNvSpPr>
            <a:spLocks noGrp="1"/>
          </p:cNvSpPr>
          <p:nvPr>
            <p:ph type="body" sz="quarter" idx="3" hasCustomPrompt="1"/>
          </p:nvPr>
        </p:nvSpPr>
        <p:spPr>
          <a:xfrm>
            <a:off x="6227763" y="1681163"/>
            <a:ext cx="5486400" cy="575760"/>
          </a:xfrm>
        </p:spPr>
        <p:txBody>
          <a:bodyPr anchor="t"/>
          <a:lstStyle>
            <a:lvl1pPr marL="0" indent="0">
              <a:buNone/>
              <a:defRPr sz="24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6" name="Content Placeholder 5">
            <a:extLst>
              <a:ext uri="{FF2B5EF4-FFF2-40B4-BE49-F238E27FC236}">
                <a16:creationId xmlns:a16="http://schemas.microsoft.com/office/drawing/2014/main" id="{296EEDE8-3528-6F39-87E3-1DF2E48DD5C5}"/>
              </a:ext>
            </a:extLst>
          </p:cNvPr>
          <p:cNvSpPr>
            <a:spLocks noGrp="1"/>
          </p:cNvSpPr>
          <p:nvPr>
            <p:ph sz="quarter" idx="4" hasCustomPrompt="1"/>
          </p:nvPr>
        </p:nvSpPr>
        <p:spPr>
          <a:xfrm>
            <a:off x="6227764" y="2434273"/>
            <a:ext cx="5486400" cy="3744277"/>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A11B1E37-0A85-3BF5-5CF2-6D5A6021D97C}"/>
              </a:ext>
            </a:extLst>
          </p:cNvPr>
          <p:cNvSpPr>
            <a:spLocks noGrp="1"/>
          </p:cNvSpPr>
          <p:nvPr>
            <p:ph type="dt" sz="half" idx="10"/>
          </p:nvPr>
        </p:nvSpPr>
        <p:spPr/>
        <p:txBody>
          <a:bodyPr/>
          <a:lstStyle/>
          <a:p>
            <a:fld id="{79D315C2-5699-45D3-9C04-8CF7A3362652}" type="datetime1">
              <a:rPr lang="en-US" smtClean="0"/>
              <a:t>10/8/26</a:t>
            </a:fld>
            <a:endParaRPr lang="en-US"/>
          </a:p>
        </p:txBody>
      </p:sp>
      <p:sp>
        <p:nvSpPr>
          <p:cNvPr id="8" name="Footer Placeholder 7">
            <a:extLst>
              <a:ext uri="{FF2B5EF4-FFF2-40B4-BE49-F238E27FC236}">
                <a16:creationId xmlns:a16="http://schemas.microsoft.com/office/drawing/2014/main" id="{369D4A30-9C8C-79BE-CB5C-A2573FBFC9DD}"/>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9" name="Slide Number Placeholder 8">
            <a:extLst>
              <a:ext uri="{FF2B5EF4-FFF2-40B4-BE49-F238E27FC236}">
                <a16:creationId xmlns:a16="http://schemas.microsoft.com/office/drawing/2014/main" id="{EF31AD76-99B2-FED2-4C0A-09B99E39C0D5}"/>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sp>
        <p:nvSpPr>
          <p:cNvPr id="10" name="Title 9">
            <a:extLst>
              <a:ext uri="{FF2B5EF4-FFF2-40B4-BE49-F238E27FC236}">
                <a16:creationId xmlns:a16="http://schemas.microsoft.com/office/drawing/2014/main" id="{A9236914-F544-C3B8-2390-F97C2FC6FD19}"/>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pic>
        <p:nvPicPr>
          <p:cNvPr id="11" name="Graphic 10">
            <a:extLst>
              <a:ext uri="{FF2B5EF4-FFF2-40B4-BE49-F238E27FC236}">
                <a16:creationId xmlns:a16="http://schemas.microsoft.com/office/drawing/2014/main" id="{964C5DB6-B47F-B247-C00A-42A9E2A356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2" name="Rectangle 1">
            <a:extLst>
              <a:ext uri="{FF2B5EF4-FFF2-40B4-BE49-F238E27FC236}">
                <a16:creationId xmlns:a16="http://schemas.microsoft.com/office/drawing/2014/main" id="{5B2A5C83-7CCD-7245-C4FA-50289B6872C5}"/>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110072684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3 Column White">
    <p:bg>
      <p:bgRef idx="1001">
        <a:schemeClr val="bg1"/>
      </p:bgRef>
    </p:bg>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FE31F058-58D4-9FB8-17AA-631FAC0CCD58}"/>
              </a:ext>
            </a:extLst>
          </p:cNvPr>
          <p:cNvSpPr>
            <a:spLocks noGrp="1"/>
          </p:cNvSpPr>
          <p:nvPr>
            <p:ph type="body" sz="quarter" idx="11" hasCustomPrompt="1"/>
          </p:nvPr>
        </p:nvSpPr>
        <p:spPr>
          <a:xfrm>
            <a:off x="476656"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164" name="Text Placeholder 8">
            <a:extLst>
              <a:ext uri="{FF2B5EF4-FFF2-40B4-BE49-F238E27FC236}">
                <a16:creationId xmlns:a16="http://schemas.microsoft.com/office/drawing/2014/main" id="{492887F5-EF1F-272E-FB34-BA69B9046206}"/>
              </a:ext>
            </a:extLst>
          </p:cNvPr>
          <p:cNvSpPr>
            <a:spLocks noGrp="1"/>
          </p:cNvSpPr>
          <p:nvPr>
            <p:ph type="body" sz="quarter" idx="15" hasCustomPrompt="1"/>
          </p:nvPr>
        </p:nvSpPr>
        <p:spPr>
          <a:xfrm>
            <a:off x="4363604"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165" name="Text Placeholder 8">
            <a:extLst>
              <a:ext uri="{FF2B5EF4-FFF2-40B4-BE49-F238E27FC236}">
                <a16:creationId xmlns:a16="http://schemas.microsoft.com/office/drawing/2014/main" id="{564EC78A-D51E-5C6F-ACCA-134C6A5150D0}"/>
              </a:ext>
            </a:extLst>
          </p:cNvPr>
          <p:cNvSpPr>
            <a:spLocks noGrp="1"/>
          </p:cNvSpPr>
          <p:nvPr>
            <p:ph type="body" sz="quarter" idx="16" hasCustomPrompt="1"/>
          </p:nvPr>
        </p:nvSpPr>
        <p:spPr>
          <a:xfrm>
            <a:off x="8250552" y="1668780"/>
            <a:ext cx="3461548" cy="594360"/>
          </a:xfrm>
          <a:prstGeom prst="rect">
            <a:avLst/>
          </a:prstGeom>
        </p:spPr>
        <p:txBody>
          <a:bodyPr anchor="t">
            <a:noAutofit/>
          </a:bodyPr>
          <a:lstStyle>
            <a:lvl1pPr marL="0" indent="0" algn="l">
              <a:lnSpc>
                <a:spcPct val="100000"/>
              </a:lnSpc>
              <a:buFontTx/>
              <a:buNone/>
              <a:defRPr sz="2000" b="1">
                <a:solidFill>
                  <a:schemeClr val="tx2"/>
                </a:solidFill>
                <a:latin typeface="+mj-lt"/>
              </a:defRPr>
            </a:lvl1pPr>
          </a:lstStyle>
          <a:p>
            <a:pPr lvl="0"/>
            <a:r>
              <a:rPr lang="en-US" dirty="0"/>
              <a:t>[Add sub-title]</a:t>
            </a:r>
          </a:p>
        </p:txBody>
      </p:sp>
      <p:sp>
        <p:nvSpPr>
          <p:cNvPr id="4" name="Title 3">
            <a:extLst>
              <a:ext uri="{FF2B5EF4-FFF2-40B4-BE49-F238E27FC236}">
                <a16:creationId xmlns:a16="http://schemas.microsoft.com/office/drawing/2014/main" id="{241B4C94-6EA7-DE45-1C16-2CCEA06C8BE0}"/>
              </a:ext>
            </a:extLst>
          </p:cNvPr>
          <p:cNvSpPr>
            <a:spLocks noGrp="1"/>
          </p:cNvSpPr>
          <p:nvPr>
            <p:ph type="title" hasCustomPrompt="1"/>
          </p:nvPr>
        </p:nvSpPr>
        <p:spPr>
          <a:xfrm>
            <a:off x="476655" y="365125"/>
            <a:ext cx="11235446" cy="957837"/>
          </a:xfrm>
        </p:spPr>
        <p:txBody>
          <a:bodyPr/>
          <a:lstStyle>
            <a:lvl1pPr>
              <a:defRPr>
                <a:solidFill>
                  <a:schemeClr val="tx2"/>
                </a:solidFill>
              </a:defRPr>
            </a:lvl1pPr>
          </a:lstStyle>
          <a:p>
            <a:r>
              <a:rPr lang="en-US" dirty="0"/>
              <a:t>[Add headline]</a:t>
            </a:r>
          </a:p>
        </p:txBody>
      </p:sp>
      <p:sp>
        <p:nvSpPr>
          <p:cNvPr id="7" name="Content Placeholder 6">
            <a:extLst>
              <a:ext uri="{FF2B5EF4-FFF2-40B4-BE49-F238E27FC236}">
                <a16:creationId xmlns:a16="http://schemas.microsoft.com/office/drawing/2014/main" id="{0F819557-D63E-D522-FE8D-9A882FD58D17}"/>
              </a:ext>
            </a:extLst>
          </p:cNvPr>
          <p:cNvSpPr>
            <a:spLocks noGrp="1"/>
          </p:cNvSpPr>
          <p:nvPr>
            <p:ph sz="quarter" idx="17" hasCustomPrompt="1"/>
          </p:nvPr>
        </p:nvSpPr>
        <p:spPr>
          <a:xfrm>
            <a:off x="476250"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5515BE0D-3FE0-81D8-E804-DD817A274BDE}"/>
              </a:ext>
            </a:extLst>
          </p:cNvPr>
          <p:cNvSpPr>
            <a:spLocks noGrp="1"/>
          </p:cNvSpPr>
          <p:nvPr>
            <p:ph sz="quarter" idx="18" hasCustomPrompt="1"/>
          </p:nvPr>
        </p:nvSpPr>
        <p:spPr>
          <a:xfrm>
            <a:off x="4363603" y="2418177"/>
            <a:ext cx="3465576" cy="3760374"/>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FF2B5EF4-FFF2-40B4-BE49-F238E27FC236}">
                <a16:creationId xmlns:a16="http://schemas.microsoft.com/office/drawing/2014/main" id="{093FA459-11BC-1515-3D4A-4228DB1724EE}"/>
              </a:ext>
            </a:extLst>
          </p:cNvPr>
          <p:cNvSpPr>
            <a:spLocks noGrp="1"/>
          </p:cNvSpPr>
          <p:nvPr>
            <p:ph sz="quarter" idx="19" hasCustomPrompt="1"/>
          </p:nvPr>
        </p:nvSpPr>
        <p:spPr>
          <a:xfrm>
            <a:off x="8250552" y="2420041"/>
            <a:ext cx="3465576" cy="3749040"/>
          </a:xfrm>
        </p:spPr>
        <p:txBody>
          <a:bodyPr/>
          <a:lstStyle>
            <a:lvl1pPr>
              <a:defRPr sz="1800"/>
            </a:lvl1pPr>
            <a:lvl2pPr>
              <a:defRPr sz="1600"/>
            </a:lvl2pPr>
            <a:lvl3pPr>
              <a:defRPr sz="1400"/>
            </a:lvl3pPr>
            <a:lvl4pPr>
              <a:defRPr sz="1400"/>
            </a:lvl4pPr>
            <a:lvl5pPr>
              <a:defRPr sz="1400"/>
            </a:lvl5pPr>
          </a:lstStyle>
          <a:p>
            <a:pPr lvl="0"/>
            <a:r>
              <a:rPr lang="en-US" dirty="0"/>
              <a:t>[Add text, if adding a paragraph, remove bullet]</a:t>
            </a:r>
          </a:p>
          <a:p>
            <a:pPr lvl="1"/>
            <a:r>
              <a:rPr lang="en-US" dirty="0"/>
              <a:t>Secon</a:t>
            </a:r>
          </a:p>
          <a:p>
            <a:pPr lvl="1"/>
            <a:r>
              <a:rPr lang="en-US" dirty="0"/>
              <a:t>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B9842593-B66A-4A19-6EB5-C3F2B221ECE4}"/>
              </a:ext>
            </a:extLst>
          </p:cNvPr>
          <p:cNvSpPr>
            <a:spLocks noGrp="1"/>
          </p:cNvSpPr>
          <p:nvPr>
            <p:ph type="dt" sz="half" idx="20"/>
          </p:nvPr>
        </p:nvSpPr>
        <p:spPr/>
        <p:txBody>
          <a:bodyPr/>
          <a:lstStyle/>
          <a:p>
            <a:fld id="{65378917-B1FF-4A52-ACCF-13C7FBC5D5A7}" type="datetime1">
              <a:rPr lang="en-US" smtClean="0"/>
              <a:t>10/8/26</a:t>
            </a:fld>
            <a:endParaRPr lang="en-US"/>
          </a:p>
        </p:txBody>
      </p:sp>
      <p:sp>
        <p:nvSpPr>
          <p:cNvPr id="3" name="Footer Placeholder 2">
            <a:extLst>
              <a:ext uri="{FF2B5EF4-FFF2-40B4-BE49-F238E27FC236}">
                <a16:creationId xmlns:a16="http://schemas.microsoft.com/office/drawing/2014/main" id="{081BC2C2-2075-4509-CFB8-D95D387DC147}"/>
              </a:ext>
            </a:extLst>
          </p:cNvPr>
          <p:cNvSpPr>
            <a:spLocks noGrp="1"/>
          </p:cNvSpPr>
          <p:nvPr>
            <p:ph type="ftr" sz="quarter" idx="21"/>
          </p:nvPr>
        </p:nvSpPr>
        <p:spPr/>
        <p:txBody>
          <a:bodyPr/>
          <a:lstStyle/>
          <a:p>
            <a:endParaRPr lang="en-US" dirty="0"/>
          </a:p>
        </p:txBody>
      </p:sp>
      <p:sp>
        <p:nvSpPr>
          <p:cNvPr id="5" name="Slide Number Placeholder 4">
            <a:extLst>
              <a:ext uri="{FF2B5EF4-FFF2-40B4-BE49-F238E27FC236}">
                <a16:creationId xmlns:a16="http://schemas.microsoft.com/office/drawing/2014/main" id="{A8C7017B-A31B-B1C8-AE07-128E68E7DCC8}"/>
              </a:ext>
            </a:extLst>
          </p:cNvPr>
          <p:cNvSpPr>
            <a:spLocks noGrp="1"/>
          </p:cNvSpPr>
          <p:nvPr>
            <p:ph type="sldNum" sz="quarter" idx="22"/>
          </p:nvPr>
        </p:nvSpPr>
        <p:spPr/>
        <p:txBody>
          <a:bodyPr/>
          <a:lstStyle/>
          <a:p>
            <a:fld id="{16C30856-2FD0-40BB-988B-8BB8612257E2}" type="slidenum">
              <a:rPr lang="en-US" smtClean="0"/>
              <a:pPr/>
              <a:t>‹#›</a:t>
            </a:fld>
            <a:endParaRPr lang="en-US"/>
          </a:p>
        </p:txBody>
      </p:sp>
      <p:pic>
        <p:nvPicPr>
          <p:cNvPr id="6" name="Graphic 5">
            <a:extLst>
              <a:ext uri="{FF2B5EF4-FFF2-40B4-BE49-F238E27FC236}">
                <a16:creationId xmlns:a16="http://schemas.microsoft.com/office/drawing/2014/main" id="{85992C7B-19E7-82EB-F23D-FF28BE23FF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8" name="Rectangle 7">
            <a:extLst>
              <a:ext uri="{FF2B5EF4-FFF2-40B4-BE49-F238E27FC236}">
                <a16:creationId xmlns:a16="http://schemas.microsoft.com/office/drawing/2014/main" id="{E8804047-D788-2DB3-8795-0EFB6B75D061}"/>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98021247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0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hite">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8F8D865-96FD-09B2-A2E6-49776B4790B8}"/>
              </a:ext>
            </a:extLst>
          </p:cNvPr>
          <p:cNvSpPr/>
          <p:nvPr userDrawn="1"/>
        </p:nvSpPr>
        <p:spPr>
          <a:xfrm flipV="1">
            <a:off x="-1" y="-2"/>
            <a:ext cx="5627076" cy="6858002"/>
          </a:xfrm>
          <a:custGeom>
            <a:avLst/>
            <a:gdLst>
              <a:gd name="connsiteX0" fmla="*/ 0 w 5627076"/>
              <a:gd name="connsiteY0" fmla="*/ 6858002 h 6858002"/>
              <a:gd name="connsiteX1" fmla="*/ 5627076 w 5627076"/>
              <a:gd name="connsiteY1" fmla="*/ 6858002 h 6858002"/>
              <a:gd name="connsiteX2" fmla="*/ 1355301 w 5627076"/>
              <a:gd name="connsiteY2" fmla="*/ 0 h 6858002"/>
              <a:gd name="connsiteX3" fmla="*/ 0 w 5627076"/>
              <a:gd name="connsiteY3" fmla="*/ 0 h 6858002"/>
            </a:gdLst>
            <a:ahLst/>
            <a:cxnLst>
              <a:cxn ang="0">
                <a:pos x="connsiteX0" y="connsiteY0"/>
              </a:cxn>
              <a:cxn ang="0">
                <a:pos x="connsiteX1" y="connsiteY1"/>
              </a:cxn>
              <a:cxn ang="0">
                <a:pos x="connsiteX2" y="connsiteY2"/>
              </a:cxn>
              <a:cxn ang="0">
                <a:pos x="connsiteX3" y="connsiteY3"/>
              </a:cxn>
            </a:cxnLst>
            <a:rect l="l" t="t" r="r" b="b"/>
            <a:pathLst>
              <a:path w="5627076" h="6858002">
                <a:moveTo>
                  <a:pt x="0" y="6858002"/>
                </a:moveTo>
                <a:lnTo>
                  <a:pt x="5627076" y="6858002"/>
                </a:lnTo>
                <a:lnTo>
                  <a:pt x="1355301" y="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j-lt"/>
            </a:endParaRPr>
          </a:p>
        </p:txBody>
      </p:sp>
      <p:sp>
        <p:nvSpPr>
          <p:cNvPr id="7" name="Title 1">
            <a:extLst>
              <a:ext uri="{FF2B5EF4-FFF2-40B4-BE49-F238E27FC236}">
                <a16:creationId xmlns:a16="http://schemas.microsoft.com/office/drawing/2014/main" id="{8A5421EC-B0D1-1851-FBE5-7F53DFF45E04}"/>
              </a:ext>
            </a:extLst>
          </p:cNvPr>
          <p:cNvSpPr>
            <a:spLocks noGrp="1"/>
          </p:cNvSpPr>
          <p:nvPr>
            <p:ph type="title" hasCustomPrompt="1"/>
          </p:nvPr>
        </p:nvSpPr>
        <p:spPr>
          <a:xfrm>
            <a:off x="476655" y="555171"/>
            <a:ext cx="3942945" cy="2873829"/>
          </a:xfrm>
        </p:spPr>
        <p:txBody>
          <a:bodyPr anchor="t">
            <a:normAutofit/>
          </a:bodyPr>
          <a:lstStyle>
            <a:lvl1pPr>
              <a:lnSpc>
                <a:spcPct val="100000"/>
              </a:lnSpc>
              <a:spcAft>
                <a:spcPts val="600"/>
              </a:spcAft>
              <a:defRPr sz="4000">
                <a:solidFill>
                  <a:schemeClr val="bg2"/>
                </a:solidFill>
              </a:defRPr>
            </a:lvl1pPr>
          </a:lstStyle>
          <a:p>
            <a:r>
              <a:rPr lang="en-US" dirty="0"/>
              <a:t>[Add headline]</a:t>
            </a:r>
          </a:p>
        </p:txBody>
      </p:sp>
      <p:sp>
        <p:nvSpPr>
          <p:cNvPr id="5" name="Text Placeholder 4">
            <a:extLst>
              <a:ext uri="{FF2B5EF4-FFF2-40B4-BE49-F238E27FC236}">
                <a16:creationId xmlns:a16="http://schemas.microsoft.com/office/drawing/2014/main" id="{010D7F6C-4E8C-426D-3E0F-314F23F01287}"/>
              </a:ext>
            </a:extLst>
          </p:cNvPr>
          <p:cNvSpPr>
            <a:spLocks noGrp="1"/>
          </p:cNvSpPr>
          <p:nvPr>
            <p:ph type="body" sz="quarter" idx="10" hasCustomPrompt="1"/>
          </p:nvPr>
        </p:nvSpPr>
        <p:spPr>
          <a:xfrm>
            <a:off x="5670135" y="555171"/>
            <a:ext cx="6053553" cy="5623379"/>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051A0023-D981-B14B-A4F9-A40A982F1DA4}"/>
              </a:ext>
            </a:extLst>
          </p:cNvPr>
          <p:cNvSpPr>
            <a:spLocks noGrp="1"/>
          </p:cNvSpPr>
          <p:nvPr>
            <p:ph type="dt" sz="half" idx="11"/>
          </p:nvPr>
        </p:nvSpPr>
        <p:spPr/>
        <p:txBody>
          <a:bodyPr/>
          <a:lstStyle/>
          <a:p>
            <a:fld id="{7CD2D641-DFB5-4EFA-B7E4-A411AE32F1D8}" type="datetime1">
              <a:rPr lang="en-US" smtClean="0"/>
              <a:t>10/8/26</a:t>
            </a:fld>
            <a:endParaRPr lang="en-US"/>
          </a:p>
        </p:txBody>
      </p:sp>
      <p:sp>
        <p:nvSpPr>
          <p:cNvPr id="10" name="Footer Placeholder 9">
            <a:extLst>
              <a:ext uri="{FF2B5EF4-FFF2-40B4-BE49-F238E27FC236}">
                <a16:creationId xmlns:a16="http://schemas.microsoft.com/office/drawing/2014/main" id="{FBCAD040-90A4-F373-D928-1CF0CA5B664C}"/>
              </a:ext>
            </a:extLst>
          </p:cNvPr>
          <p:cNvSpPr>
            <a:spLocks noGrp="1"/>
          </p:cNvSpPr>
          <p:nvPr>
            <p:ph type="ftr" sz="quarter" idx="12"/>
          </p:nvPr>
        </p:nvSpPr>
        <p:spPr/>
        <p:txBody>
          <a:bodyPr/>
          <a:lstStyle/>
          <a:p>
            <a:endParaRPr lang="en-US" dirty="0"/>
          </a:p>
        </p:txBody>
      </p:sp>
      <p:sp>
        <p:nvSpPr>
          <p:cNvPr id="11" name="Slide Number Placeholder 10">
            <a:extLst>
              <a:ext uri="{FF2B5EF4-FFF2-40B4-BE49-F238E27FC236}">
                <a16:creationId xmlns:a16="http://schemas.microsoft.com/office/drawing/2014/main" id="{6F661567-D826-E257-E4B1-FCB72926A775}"/>
              </a:ext>
            </a:extLst>
          </p:cNvPr>
          <p:cNvSpPr>
            <a:spLocks noGrp="1"/>
          </p:cNvSpPr>
          <p:nvPr>
            <p:ph type="sldNum" sz="quarter" idx="13"/>
          </p:nvPr>
        </p:nvSpPr>
        <p:spPr/>
        <p:txBody>
          <a:bodyPr/>
          <a:lstStyle/>
          <a:p>
            <a:fld id="{16C30856-2FD0-40BB-988B-8BB8612257E2}" type="slidenum">
              <a:rPr lang="en-US" smtClean="0"/>
              <a:pPr/>
              <a:t>‹#›</a:t>
            </a:fld>
            <a:endParaRPr lang="en-US"/>
          </a:p>
        </p:txBody>
      </p:sp>
      <p:pic>
        <p:nvPicPr>
          <p:cNvPr id="2" name="Graphic 1">
            <a:extLst>
              <a:ext uri="{FF2B5EF4-FFF2-40B4-BE49-F238E27FC236}">
                <a16:creationId xmlns:a16="http://schemas.microsoft.com/office/drawing/2014/main" id="{495A2AF8-7678-B117-AA1A-EC57CC7068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3" name="Rectangle 2">
            <a:extLst>
              <a:ext uri="{FF2B5EF4-FFF2-40B4-BE49-F238E27FC236}">
                <a16:creationId xmlns:a16="http://schemas.microsoft.com/office/drawing/2014/main" id="{A95C43A1-6DFE-0A7D-D1EE-8EA9C9657759}"/>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788237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Yellow">
    <p:bg>
      <p:bgRef idx="1001">
        <a:schemeClr val="bg1"/>
      </p:bgRef>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CDAAEEA-6904-EA7A-F22A-A441F21532CA}"/>
              </a:ext>
            </a:extLst>
          </p:cNvPr>
          <p:cNvSpPr/>
          <p:nvPr userDrawn="1"/>
        </p:nvSpPr>
        <p:spPr>
          <a:xfrm flipH="1">
            <a:off x="9301316" y="1868129"/>
            <a:ext cx="2890682" cy="4989872"/>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B768B634-D11C-ADC4-4345-FC668F34D8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Text Placeholder 5">
            <a:extLst>
              <a:ext uri="{FF2B5EF4-FFF2-40B4-BE49-F238E27FC236}">
                <a16:creationId xmlns:a16="http://schemas.microsoft.com/office/drawing/2014/main" id="{361167FD-296B-A8F6-47B6-4EC870DC7EEE}"/>
              </a:ext>
            </a:extLst>
          </p:cNvPr>
          <p:cNvSpPr>
            <a:spLocks noGrp="1"/>
          </p:cNvSpPr>
          <p:nvPr>
            <p:ph type="body" sz="quarter" idx="10" hasCustomPrompt="1"/>
          </p:nvPr>
        </p:nvSpPr>
        <p:spPr>
          <a:xfrm>
            <a:off x="476250" y="1516063"/>
            <a:ext cx="6637339" cy="4662488"/>
          </a:xfrm>
        </p:spPr>
        <p:txBody>
          <a:bodyPr/>
          <a:lstStyle/>
          <a:p>
            <a:pPr lvl="0"/>
            <a:r>
              <a:rPr lang="en-US" dirty="0"/>
              <a:t>[Add text, if adding a paragraph, remove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2125109-7BAF-CB3E-6D85-5C9D3617B808}"/>
              </a:ext>
            </a:extLst>
          </p:cNvPr>
          <p:cNvSpPr>
            <a:spLocks noGrp="1"/>
          </p:cNvSpPr>
          <p:nvPr>
            <p:ph type="dt" sz="half" idx="11"/>
          </p:nvPr>
        </p:nvSpPr>
        <p:spPr/>
        <p:txBody>
          <a:bodyPr/>
          <a:lstStyle/>
          <a:p>
            <a:fld id="{DFEEAC10-2098-4609-A859-E5B2DF18BC38}" type="datetime1">
              <a:rPr lang="en-US" smtClean="0"/>
              <a:t>10/8/26</a:t>
            </a:fld>
            <a:endParaRPr lang="en-US"/>
          </a:p>
        </p:txBody>
      </p:sp>
      <p:sp>
        <p:nvSpPr>
          <p:cNvPr id="9" name="Footer Placeholder 8">
            <a:extLst>
              <a:ext uri="{FF2B5EF4-FFF2-40B4-BE49-F238E27FC236}">
                <a16:creationId xmlns:a16="http://schemas.microsoft.com/office/drawing/2014/main" id="{FA61E541-1D1C-5928-0D61-F060A3B33C99}"/>
              </a:ext>
            </a:extLst>
          </p:cNvPr>
          <p:cNvSpPr>
            <a:spLocks noGrp="1"/>
          </p:cNvSpPr>
          <p:nvPr>
            <p:ph type="ftr" sz="quarter" idx="12"/>
          </p:nvPr>
        </p:nvSpPr>
        <p:spPr/>
        <p:txBody>
          <a:bodyPr/>
          <a:lstStyle/>
          <a:p>
            <a:endParaRPr lang="en-US" dirty="0"/>
          </a:p>
        </p:txBody>
      </p:sp>
      <p:sp>
        <p:nvSpPr>
          <p:cNvPr id="10" name="Slide Number Placeholder 9">
            <a:extLst>
              <a:ext uri="{FF2B5EF4-FFF2-40B4-BE49-F238E27FC236}">
                <a16:creationId xmlns:a16="http://schemas.microsoft.com/office/drawing/2014/main" id="{F8768B02-DA7F-2436-1E35-18D5C18A5386}"/>
              </a:ext>
            </a:extLst>
          </p:cNvPr>
          <p:cNvSpPr>
            <a:spLocks noGrp="1"/>
          </p:cNvSpPr>
          <p:nvPr>
            <p:ph type="sldNum" sz="quarter" idx="13"/>
          </p:nvPr>
        </p:nvSpPr>
        <p:spPr/>
        <p:txBody>
          <a:bodyPr/>
          <a:lstStyle/>
          <a:p>
            <a:fld id="{16C30856-2FD0-40BB-988B-8BB8612257E2}" type="slidenum">
              <a:rPr lang="en-US" smtClean="0"/>
              <a:pPr/>
              <a:t>‹#›</a:t>
            </a:fld>
            <a:endParaRPr lang="en-US"/>
          </a:p>
        </p:txBody>
      </p:sp>
      <p:sp>
        <p:nvSpPr>
          <p:cNvPr id="3" name="Title 2">
            <a:extLst>
              <a:ext uri="{FF2B5EF4-FFF2-40B4-BE49-F238E27FC236}">
                <a16:creationId xmlns:a16="http://schemas.microsoft.com/office/drawing/2014/main" id="{4AEB3314-AA8A-BCDE-A647-942AD20FC6AE}"/>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5" name="Rectangle 4">
            <a:extLst>
              <a:ext uri="{FF2B5EF4-FFF2-40B4-BE49-F238E27FC236}">
                <a16:creationId xmlns:a16="http://schemas.microsoft.com/office/drawing/2014/main" id="{5D899A51-5B57-F276-9ECF-216EE2D62778}"/>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34002560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White">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054FF19-C4C4-0ABE-AB08-5F42CBE2F1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691716" y="945162"/>
            <a:ext cx="903817" cy="760028"/>
          </a:xfrm>
          <a:prstGeom prst="rect">
            <a:avLst/>
          </a:prstGeom>
        </p:spPr>
      </p:pic>
      <p:sp>
        <p:nvSpPr>
          <p:cNvPr id="6" name="Text Placeholder 5">
            <a:extLst>
              <a:ext uri="{FF2B5EF4-FFF2-40B4-BE49-F238E27FC236}">
                <a16:creationId xmlns:a16="http://schemas.microsoft.com/office/drawing/2014/main" id="{2F9B3DC8-29FD-C978-BDA7-DF8A6DCA093C}"/>
              </a:ext>
            </a:extLst>
          </p:cNvPr>
          <p:cNvSpPr>
            <a:spLocks noGrp="1"/>
          </p:cNvSpPr>
          <p:nvPr>
            <p:ph type="body" sz="quarter" idx="10" hasCustomPrompt="1"/>
          </p:nvPr>
        </p:nvSpPr>
        <p:spPr>
          <a:xfrm>
            <a:off x="476250" y="2079174"/>
            <a:ext cx="11247663" cy="3449559"/>
          </a:xfrm>
        </p:spPr>
        <p:txBody>
          <a:bodyPr/>
          <a:lstStyle>
            <a:lvl1pPr marL="0" indent="0" algn="ctr">
              <a:buFont typeface="Arial" panose="020B0604020202020204" pitchFamily="34" charset="0"/>
              <a:buChar char="​"/>
              <a:defRPr sz="4800"/>
            </a:lvl1pPr>
            <a:lvl2pPr marL="0" indent="0" algn="ctr">
              <a:buFont typeface="Arial" panose="020B0604020202020204" pitchFamily="34" charset="0"/>
              <a:buChar char="​"/>
              <a:defRPr/>
            </a:lvl2pPr>
            <a:lvl3pPr marL="0" indent="0" algn="ctr">
              <a:buFont typeface="Arial" panose="020B0604020202020204" pitchFamily="34" charset="0"/>
              <a:buChar char="​"/>
              <a:defRPr/>
            </a:lvl3pPr>
            <a:lvl4pPr marL="0" indent="0" algn="ctr">
              <a:buFont typeface="Arial" panose="020B0604020202020204" pitchFamily="34" charset="0"/>
              <a:buChar char="​"/>
              <a:defRPr/>
            </a:lvl4pPr>
            <a:lvl5pPr marL="0" indent="0" algn="ctr">
              <a:buFont typeface="Arial" panose="020B0604020202020204" pitchFamily="34" charset="0"/>
              <a:buChar char="​"/>
              <a:defRPr/>
            </a:lvl5pPr>
          </a:lstStyle>
          <a:p>
            <a:pPr lvl="0"/>
            <a:r>
              <a:rPr lang="en-US" dirty="0"/>
              <a:t>[Click to add quote ]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3">
            <a:extLst>
              <a:ext uri="{FF2B5EF4-FFF2-40B4-BE49-F238E27FC236}">
                <a16:creationId xmlns:a16="http://schemas.microsoft.com/office/drawing/2014/main" id="{9C279942-F9D4-016B-6FAA-6A6F510A5290}"/>
              </a:ext>
            </a:extLst>
          </p:cNvPr>
          <p:cNvSpPr>
            <a:spLocks noGrp="1"/>
          </p:cNvSpPr>
          <p:nvPr>
            <p:ph type="body" sz="quarter" idx="15" hasCustomPrompt="1"/>
          </p:nvPr>
        </p:nvSpPr>
        <p:spPr>
          <a:xfrm>
            <a:off x="3107267" y="5641325"/>
            <a:ext cx="5977466" cy="543028"/>
          </a:xfrm>
        </p:spPr>
        <p:txBody>
          <a:bodyPr/>
          <a:lstStyle>
            <a:lvl1pPr marL="0" indent="0" algn="ctr">
              <a:buNone/>
              <a:tabLst/>
              <a:defRPr sz="1600">
                <a:solidFill>
                  <a:schemeClr val="tx1"/>
                </a:solidFill>
              </a:defRPr>
            </a:lvl1pPr>
            <a:lvl2pPr marL="0" indent="0" algn="ctr">
              <a:buNone/>
              <a:tabLst/>
              <a:defRPr sz="1400">
                <a:solidFill>
                  <a:schemeClr val="tx1"/>
                </a:solidFill>
              </a:defRPr>
            </a:lvl2pPr>
            <a:lvl3pPr marL="0" indent="0">
              <a:buNone/>
              <a:tabLst/>
              <a:defRPr>
                <a:solidFill>
                  <a:schemeClr val="bg2"/>
                </a:solidFill>
              </a:defRPr>
            </a:lvl3pPr>
            <a:lvl4pPr marL="0" indent="0">
              <a:buNone/>
              <a:tabLst/>
              <a:defRPr>
                <a:solidFill>
                  <a:schemeClr val="bg2"/>
                </a:solidFill>
              </a:defRPr>
            </a:lvl4pPr>
            <a:lvl5pPr marL="0" indent="0">
              <a:buNone/>
              <a:tabLst/>
              <a:defRPr>
                <a:solidFill>
                  <a:schemeClr val="bg2"/>
                </a:solidFill>
              </a:defRPr>
            </a:lvl5pPr>
          </a:lstStyle>
          <a:p>
            <a:pPr lvl="0"/>
            <a:r>
              <a:rPr lang="en-US" dirty="0"/>
              <a:t>[Add source text]</a:t>
            </a:r>
          </a:p>
          <a:p>
            <a:pPr lvl="1"/>
            <a:endParaRPr lang="en-US" dirty="0"/>
          </a:p>
        </p:txBody>
      </p:sp>
      <p:pic>
        <p:nvPicPr>
          <p:cNvPr id="3" name="Graphic 2">
            <a:extLst>
              <a:ext uri="{FF2B5EF4-FFF2-40B4-BE49-F238E27FC236}">
                <a16:creationId xmlns:a16="http://schemas.microsoft.com/office/drawing/2014/main" id="{D0B7D1D0-1642-F726-1778-C19937C9751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60238" y="6336008"/>
            <a:ext cx="451863" cy="238317"/>
          </a:xfrm>
          <a:prstGeom prst="rect">
            <a:avLst/>
          </a:prstGeom>
        </p:spPr>
      </p:pic>
      <p:sp>
        <p:nvSpPr>
          <p:cNvPr id="5" name="Rectangle 4">
            <a:extLst>
              <a:ext uri="{FF2B5EF4-FFF2-40B4-BE49-F238E27FC236}">
                <a16:creationId xmlns:a16="http://schemas.microsoft.com/office/drawing/2014/main" id="{0E1BD3B2-DE45-88E4-44E7-4B6E93474B2B}"/>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1"/>
                </a:solidFill>
              </a:rPr>
              <a:t>To add slide numbers, go to Insert  &gt; Slide Number  </a:t>
            </a:r>
          </a:p>
        </p:txBody>
      </p:sp>
    </p:spTree>
    <p:extLst>
      <p:ext uri="{BB962C8B-B14F-4D97-AF65-F5344CB8AC3E}">
        <p14:creationId xmlns:p14="http://schemas.microsoft.com/office/powerpoint/2010/main" val="28985042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750" fill="hold"/>
                                        <p:tgtEl>
                                          <p:spTgt spid="4"/>
                                        </p:tgtEl>
                                        <p:attrNameLst>
                                          <p:attrName>ppt_w</p:attrName>
                                        </p:attrNameLst>
                                      </p:cBhvr>
                                      <p:tavLst>
                                        <p:tav tm="0">
                                          <p:val>
                                            <p:strVal val="#ppt_w+.3"/>
                                          </p:val>
                                        </p:tav>
                                        <p:tav tm="100000">
                                          <p:val>
                                            <p:strVal val="#ppt_w"/>
                                          </p:val>
                                        </p:tav>
                                      </p:tavLst>
                                    </p:anim>
                                    <p:anim calcmode="lin" valueType="num">
                                      <p:cBhvr>
                                        <p:cTn id="8" dur="750" fill="hold"/>
                                        <p:tgtEl>
                                          <p:spTgt spid="4"/>
                                        </p:tgtEl>
                                        <p:attrNameLst>
                                          <p:attrName>ppt_h</p:attrName>
                                        </p:attrNameLst>
                                      </p:cBhvr>
                                      <p:tavLst>
                                        <p:tav tm="0">
                                          <p:val>
                                            <p:strVal val="#ppt_h"/>
                                          </p:val>
                                        </p:tav>
                                        <p:tav tm="100000">
                                          <p:val>
                                            <p:strVal val="#ppt_h"/>
                                          </p:val>
                                        </p:tav>
                                      </p:tavLst>
                                    </p:anim>
                                    <p:animEffect transition="in" filter="fade">
                                      <p:cBhvr>
                                        <p:cTn id="9" dur="750"/>
                                        <p:tgtEl>
                                          <p:spTgt spid="4"/>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par>
                                <p:cTn id="22" presetID="10" presetClass="entr" presetSubtype="0" fill="hold" grpId="0" nodeType="withEffect">
                                  <p:stCondLst>
                                    <p:cond delay="25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500"/>
                                        <p:tgtEl>
                                          <p:spTgt spid="6">
                                            <p:txEl>
                                              <p:pRg st="4" end="4"/>
                                            </p:txEl>
                                          </p:spTgt>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fade">
                                      <p:cBhvr>
                                        <p:cTn id="2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2">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3">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4">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5">
            <p:tnLst>
              <p:par>
                <p:cTn presetID="10" presetClass="entr" presetSubtype="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2" grpId="0" bui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3D38A-7DDC-4F43-0B0C-52777F5B648E}"/>
              </a:ext>
            </a:extLst>
          </p:cNvPr>
          <p:cNvSpPr>
            <a:spLocks noGrp="1"/>
          </p:cNvSpPr>
          <p:nvPr>
            <p:ph type="title" hasCustomPrompt="1"/>
          </p:nvPr>
        </p:nvSpPr>
        <p:spPr/>
        <p:txBody>
          <a:bodyPr/>
          <a:lstStyle>
            <a:lvl1pPr>
              <a:defRPr>
                <a:solidFill>
                  <a:schemeClr val="tx2"/>
                </a:solidFill>
              </a:defRPr>
            </a:lvl1pPr>
          </a:lstStyle>
          <a:p>
            <a:r>
              <a:rPr lang="en-US" dirty="0"/>
              <a:t>[Add headline]</a:t>
            </a:r>
          </a:p>
        </p:txBody>
      </p:sp>
      <p:sp>
        <p:nvSpPr>
          <p:cNvPr id="3" name="Date Placeholder 2">
            <a:extLst>
              <a:ext uri="{FF2B5EF4-FFF2-40B4-BE49-F238E27FC236}">
                <a16:creationId xmlns:a16="http://schemas.microsoft.com/office/drawing/2014/main" id="{912D2AEA-0FE4-9CA5-DD78-E35102BA4117}"/>
              </a:ext>
            </a:extLst>
          </p:cNvPr>
          <p:cNvSpPr>
            <a:spLocks noGrp="1"/>
          </p:cNvSpPr>
          <p:nvPr>
            <p:ph type="dt" sz="half" idx="10"/>
          </p:nvPr>
        </p:nvSpPr>
        <p:spPr/>
        <p:txBody>
          <a:bodyPr/>
          <a:lstStyle/>
          <a:p>
            <a:fld id="{2D9B45FF-C1B6-4C00-B4F0-16D754700F98}" type="datetime1">
              <a:rPr lang="en-US" smtClean="0"/>
              <a:t>10/8/26</a:t>
            </a:fld>
            <a:endParaRPr lang="en-US"/>
          </a:p>
        </p:txBody>
      </p:sp>
      <p:sp>
        <p:nvSpPr>
          <p:cNvPr id="4" name="Footer Placeholder 3">
            <a:extLst>
              <a:ext uri="{FF2B5EF4-FFF2-40B4-BE49-F238E27FC236}">
                <a16:creationId xmlns:a16="http://schemas.microsoft.com/office/drawing/2014/main" id="{1ECB5A3E-B06A-A0F5-E34C-79C94656056E}"/>
              </a:ext>
            </a:extLst>
          </p:cNvPr>
          <p:cNvSpPr>
            <a:spLocks noGrp="1"/>
          </p:cNvSpPr>
          <p:nvPr>
            <p:ph type="ftr" sz="quarter" idx="11"/>
          </p:nvPr>
        </p:nvSpPr>
        <p:spPr/>
        <p:txBody>
          <a:bodyPr/>
          <a:lstStyle>
            <a:lvl1pPr>
              <a:defRPr>
                <a:solidFill>
                  <a:schemeClr val="bg1">
                    <a:lumMod val="50000"/>
                  </a:schemeClr>
                </a:solidFill>
              </a:defRPr>
            </a:lvl1pPr>
          </a:lstStyle>
          <a:p>
            <a:endParaRPr lang="en-US" dirty="0"/>
          </a:p>
        </p:txBody>
      </p:sp>
      <p:sp>
        <p:nvSpPr>
          <p:cNvPr id="5" name="Slide Number Placeholder 4">
            <a:extLst>
              <a:ext uri="{FF2B5EF4-FFF2-40B4-BE49-F238E27FC236}">
                <a16:creationId xmlns:a16="http://schemas.microsoft.com/office/drawing/2014/main" id="{BB5C6DC8-C148-A6B1-4C40-2B1BEA5518A7}"/>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6" name="Graphic 5">
            <a:extLst>
              <a:ext uri="{FF2B5EF4-FFF2-40B4-BE49-F238E27FC236}">
                <a16:creationId xmlns:a16="http://schemas.microsoft.com/office/drawing/2014/main" id="{6D6E0439-5C7A-A493-739A-5D0B8038AD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7" name="Rectangle 6">
            <a:extLst>
              <a:ext uri="{FF2B5EF4-FFF2-40B4-BE49-F238E27FC236}">
                <a16:creationId xmlns:a16="http://schemas.microsoft.com/office/drawing/2014/main" id="{DC5FFD15-5AB8-C21B-B661-5D23488D097C}"/>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4733353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0777E9-CE46-B26A-FF3B-0FE673D33F0D}"/>
              </a:ext>
            </a:extLst>
          </p:cNvPr>
          <p:cNvSpPr>
            <a:spLocks noGrp="1"/>
          </p:cNvSpPr>
          <p:nvPr>
            <p:ph type="dt" sz="half" idx="10"/>
          </p:nvPr>
        </p:nvSpPr>
        <p:spPr/>
        <p:txBody>
          <a:bodyPr/>
          <a:lstStyle/>
          <a:p>
            <a:fld id="{6683A9E6-BB19-4CE6-A35B-D08845D2DF3E}" type="datetime1">
              <a:rPr lang="en-US" smtClean="0"/>
              <a:t>10/8/26</a:t>
            </a:fld>
            <a:endParaRPr lang="en-US"/>
          </a:p>
        </p:txBody>
      </p:sp>
      <p:sp>
        <p:nvSpPr>
          <p:cNvPr id="3" name="Footer Placeholder 2">
            <a:extLst>
              <a:ext uri="{FF2B5EF4-FFF2-40B4-BE49-F238E27FC236}">
                <a16:creationId xmlns:a16="http://schemas.microsoft.com/office/drawing/2014/main" id="{14E5CC90-866E-F938-3BA7-F21CF31F18AB}"/>
              </a:ext>
            </a:extLst>
          </p:cNvPr>
          <p:cNvSpPr>
            <a:spLocks noGrp="1"/>
          </p:cNvSpPr>
          <p:nvPr>
            <p:ph type="ftr" sz="quarter" idx="11"/>
          </p:nvPr>
        </p:nvSpPr>
        <p:spPr/>
        <p:txBody>
          <a:bodyPr/>
          <a:lstStyle>
            <a:lvl1pPr>
              <a:defRPr>
                <a:solidFill>
                  <a:schemeClr val="bg1">
                    <a:lumMod val="50000"/>
                  </a:schemeClr>
                </a:solidFill>
              </a:defRPr>
            </a:lvl1pPr>
          </a:lstStyle>
          <a:p>
            <a:endParaRPr lang="en-US"/>
          </a:p>
        </p:txBody>
      </p:sp>
      <p:sp>
        <p:nvSpPr>
          <p:cNvPr id="4" name="Slide Number Placeholder 3">
            <a:extLst>
              <a:ext uri="{FF2B5EF4-FFF2-40B4-BE49-F238E27FC236}">
                <a16:creationId xmlns:a16="http://schemas.microsoft.com/office/drawing/2014/main" id="{AD5D5D40-DC01-DB97-2C67-18F8A46A3F7F}"/>
              </a:ext>
            </a:extLst>
          </p:cNvPr>
          <p:cNvSpPr>
            <a:spLocks noGrp="1"/>
          </p:cNvSpPr>
          <p:nvPr>
            <p:ph type="sldNum" sz="quarter" idx="12"/>
          </p:nvPr>
        </p:nvSpPr>
        <p:spPr/>
        <p:txBody>
          <a:bodyPr/>
          <a:lstStyle>
            <a:lvl1pPr>
              <a:defRPr>
                <a:solidFill>
                  <a:schemeClr val="bg1">
                    <a:lumMod val="50000"/>
                  </a:schemeClr>
                </a:solidFill>
              </a:defRPr>
            </a:lvl1pPr>
          </a:lstStyle>
          <a:p>
            <a:fld id="{16C30856-2FD0-40BB-988B-8BB8612257E2}" type="slidenum">
              <a:rPr lang="en-US" smtClean="0"/>
              <a:pPr/>
              <a:t>‹#›</a:t>
            </a:fld>
            <a:endParaRPr lang="en-US"/>
          </a:p>
        </p:txBody>
      </p:sp>
      <p:pic>
        <p:nvPicPr>
          <p:cNvPr id="5" name="Graphic 4">
            <a:extLst>
              <a:ext uri="{FF2B5EF4-FFF2-40B4-BE49-F238E27FC236}">
                <a16:creationId xmlns:a16="http://schemas.microsoft.com/office/drawing/2014/main" id="{5E6DD13D-AF9C-EAC7-E5D8-1DA926F813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60238" y="6336008"/>
            <a:ext cx="451863" cy="238317"/>
          </a:xfrm>
          <a:prstGeom prst="rect">
            <a:avLst/>
          </a:prstGeom>
        </p:spPr>
      </p:pic>
      <p:sp>
        <p:nvSpPr>
          <p:cNvPr id="6" name="Rectangle 5">
            <a:extLst>
              <a:ext uri="{FF2B5EF4-FFF2-40B4-BE49-F238E27FC236}">
                <a16:creationId xmlns:a16="http://schemas.microsoft.com/office/drawing/2014/main" id="{90EF76D2-9304-8A82-C6CD-0777D4D4EBBE}"/>
              </a:ext>
            </a:extLst>
          </p:cNvPr>
          <p:cNvSpPr/>
          <p:nvPr userDrawn="1"/>
        </p:nvSpPr>
        <p:spPr>
          <a:xfrm>
            <a:off x="9948334" y="-172308"/>
            <a:ext cx="2258191" cy="1342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tx2"/>
                </a:solidFill>
              </a:rPr>
              <a:t>To add slide numbers, go to Insert  &gt; Slide Number  </a:t>
            </a:r>
          </a:p>
        </p:txBody>
      </p:sp>
    </p:spTree>
    <p:extLst>
      <p:ext uri="{BB962C8B-B14F-4D97-AF65-F5344CB8AC3E}">
        <p14:creationId xmlns:p14="http://schemas.microsoft.com/office/powerpoint/2010/main" val="39761464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68F203-BDC3-3FDD-9A5A-AEF87F26EB73}"/>
              </a:ext>
            </a:extLst>
          </p:cNvPr>
          <p:cNvPicPr>
            <a:picLocks noChangeAspect="1"/>
          </p:cNvPicPr>
          <p:nvPr userDrawn="1"/>
        </p:nvPicPr>
        <p:blipFill>
          <a:blip r:embed="rId2"/>
          <a:srcRect t="5061" b="11714"/>
          <a:stretch/>
        </p:blipFill>
        <p:spPr>
          <a:xfrm>
            <a:off x="-6936" y="0"/>
            <a:ext cx="12198935" cy="6858000"/>
          </a:xfrm>
          <a:prstGeom prst="rect">
            <a:avLst/>
          </a:prstGeom>
        </p:spPr>
      </p:pic>
      <p:sp>
        <p:nvSpPr>
          <p:cNvPr id="3" name="TextBox 2">
            <a:extLst>
              <a:ext uri="{FF2B5EF4-FFF2-40B4-BE49-F238E27FC236}">
                <a16:creationId xmlns:a16="http://schemas.microsoft.com/office/drawing/2014/main" id="{0F368481-A5E8-F422-1E2A-BFE4A2769926}"/>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59180970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Hyland lntro">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F23FB6B2-4A0F-ABD1-1393-AA4E16F4A2A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3244392" y="2841433"/>
            <a:ext cx="5702583" cy="1178664"/>
          </a:xfrm>
          <a:prstGeom prst="rect">
            <a:avLst/>
          </a:prstGeom>
        </p:spPr>
      </p:pic>
      <p:sp>
        <p:nvSpPr>
          <p:cNvPr id="2" name="Rectangle 1">
            <a:extLst>
              <a:ext uri="{FF2B5EF4-FFF2-40B4-BE49-F238E27FC236}">
                <a16:creationId xmlns:a16="http://schemas.microsoft.com/office/drawing/2014/main" id="{958F7C47-2AB5-4FB0-28C4-35578F9E939D}"/>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98905961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Hyland Animated Intro">
    <p:spTree>
      <p:nvGrpSpPr>
        <p:cNvPr id="1" name=""/>
        <p:cNvGrpSpPr/>
        <p:nvPr/>
      </p:nvGrpSpPr>
      <p:grpSpPr>
        <a:xfrm>
          <a:off x="0" y="0"/>
          <a:ext cx="0" cy="0"/>
          <a:chOff x="0" y="0"/>
          <a:chExt cx="0" cy="0"/>
        </a:xfrm>
      </p:grpSpPr>
      <p:pic>
        <p:nvPicPr>
          <p:cNvPr id="7" name="object 3">
            <a:extLst>
              <a:ext uri="{FF2B5EF4-FFF2-40B4-BE49-F238E27FC236}">
                <a16:creationId xmlns:a16="http://schemas.microsoft.com/office/drawing/2014/main" id="{47827A32-4372-84B9-5CFC-548DCEE9950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2552"/>
            <a:ext cx="12192000" cy="6855448"/>
          </a:xfrm>
          <a:prstGeom prst="rect">
            <a:avLst/>
          </a:prstGeom>
        </p:spPr>
      </p:pic>
      <p:sp>
        <p:nvSpPr>
          <p:cNvPr id="8" name="Parallelogram 10">
            <a:extLst>
              <a:ext uri="{FF2B5EF4-FFF2-40B4-BE49-F238E27FC236}">
                <a16:creationId xmlns:a16="http://schemas.microsoft.com/office/drawing/2014/main" id="{FAB1F7CE-48AA-7356-6CF0-297DD0EF10DE}"/>
              </a:ext>
            </a:extLst>
          </p:cNvPr>
          <p:cNvSpPr>
            <a:spLocks noChangeAspect="1"/>
          </p:cNvSpPr>
          <p:nvPr userDrawn="1"/>
        </p:nvSpPr>
        <p:spPr bwMode="auto">
          <a:xfrm>
            <a:off x="4996309" y="2118995"/>
            <a:ext cx="1689913" cy="1309116"/>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9" name="Parallelogram 12">
            <a:extLst>
              <a:ext uri="{FF2B5EF4-FFF2-40B4-BE49-F238E27FC236}">
                <a16:creationId xmlns:a16="http://schemas.microsoft.com/office/drawing/2014/main" id="{E699842C-2094-A6C0-9A9D-1D34E2905A17}"/>
              </a:ext>
            </a:extLst>
          </p:cNvPr>
          <p:cNvSpPr>
            <a:spLocks noChangeAspect="1"/>
          </p:cNvSpPr>
          <p:nvPr userDrawn="1"/>
        </p:nvSpPr>
        <p:spPr bwMode="auto">
          <a:xfrm>
            <a:off x="5176030" y="3434122"/>
            <a:ext cx="1689913" cy="1309115"/>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10" name="Parallelogram 13">
            <a:extLst>
              <a:ext uri="{FF2B5EF4-FFF2-40B4-BE49-F238E27FC236}">
                <a16:creationId xmlns:a16="http://schemas.microsoft.com/office/drawing/2014/main" id="{5F35401B-EE2D-87D0-F04F-292A39C02166}"/>
              </a:ext>
            </a:extLst>
          </p:cNvPr>
          <p:cNvSpPr>
            <a:spLocks noChangeAspect="1"/>
          </p:cNvSpPr>
          <p:nvPr userDrawn="1"/>
        </p:nvSpPr>
        <p:spPr bwMode="auto">
          <a:xfrm>
            <a:off x="3318119" y="3434122"/>
            <a:ext cx="1689913" cy="1309115"/>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sp>
        <p:nvSpPr>
          <p:cNvPr id="11" name="Parallelogram 10">
            <a:extLst>
              <a:ext uri="{FF2B5EF4-FFF2-40B4-BE49-F238E27FC236}">
                <a16:creationId xmlns:a16="http://schemas.microsoft.com/office/drawing/2014/main" id="{D848F906-70A6-D1DF-FCE3-189EC46E4579}"/>
              </a:ext>
            </a:extLst>
          </p:cNvPr>
          <p:cNvSpPr>
            <a:spLocks noChangeAspect="1"/>
          </p:cNvSpPr>
          <p:nvPr userDrawn="1"/>
        </p:nvSpPr>
        <p:spPr bwMode="auto">
          <a:xfrm>
            <a:off x="6857275" y="2118995"/>
            <a:ext cx="1689913" cy="1309116"/>
          </a:xfrm>
          <a:prstGeom prst="parallelogram">
            <a:avLst>
              <a:gd name="adj" fmla="val 57222"/>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191C1A"/>
              </a:solidFill>
              <a:effectLst/>
              <a:uLnTx/>
              <a:uFillTx/>
              <a:latin typeface="+mn-lt"/>
              <a:ea typeface="+mn-ea"/>
              <a:cs typeface="+mn-cs"/>
            </a:endParaRPr>
          </a:p>
        </p:txBody>
      </p:sp>
      <p:pic>
        <p:nvPicPr>
          <p:cNvPr id="12" name="object 4">
            <a:extLst>
              <a:ext uri="{FF2B5EF4-FFF2-40B4-BE49-F238E27FC236}">
                <a16:creationId xmlns:a16="http://schemas.microsoft.com/office/drawing/2014/main" id="{2EDF3DE8-D958-D596-8FBD-EB3D6FF7557C}"/>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3272376" y="2118995"/>
            <a:ext cx="5305737" cy="2624242"/>
          </a:xfrm>
          <a:prstGeom prst="rect">
            <a:avLst/>
          </a:prstGeom>
        </p:spPr>
      </p:pic>
      <p:pic>
        <p:nvPicPr>
          <p:cNvPr id="13" name="Picture 12">
            <a:extLst>
              <a:ext uri="{FF2B5EF4-FFF2-40B4-BE49-F238E27FC236}">
                <a16:creationId xmlns:a16="http://schemas.microsoft.com/office/drawing/2014/main" id="{21A067C9-B42E-965C-8401-14BA681AA7EA}"/>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2996045" y="2996841"/>
            <a:ext cx="6642264" cy="752789"/>
          </a:xfrm>
          <a:prstGeom prst="rect">
            <a:avLst/>
          </a:prstGeom>
        </p:spPr>
      </p:pic>
      <p:sp>
        <p:nvSpPr>
          <p:cNvPr id="2" name="Rectangle 1">
            <a:extLst>
              <a:ext uri="{FF2B5EF4-FFF2-40B4-BE49-F238E27FC236}">
                <a16:creationId xmlns:a16="http://schemas.microsoft.com/office/drawing/2014/main" id="{3B5E3AB8-886E-4804-BE61-A482F2362A30}"/>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428735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3"/>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strVal val="#ppt_w+.3"/>
                                          </p:val>
                                        </p:tav>
                                        <p:tav tm="100000">
                                          <p:val>
                                            <p:strVal val="#ppt_w"/>
                                          </p:val>
                                        </p:tav>
                                      </p:tavLst>
                                    </p:anim>
                                    <p:anim calcmode="lin" valueType="num">
                                      <p:cBhvr>
                                        <p:cTn id="13" dur="1000" fill="hold"/>
                                        <p:tgtEl>
                                          <p:spTgt spid="10"/>
                                        </p:tgtEl>
                                        <p:attrNameLst>
                                          <p:attrName>ppt_h</p:attrName>
                                        </p:attrNameLst>
                                      </p:cBhvr>
                                      <p:tavLst>
                                        <p:tav tm="0">
                                          <p:val>
                                            <p:strVal val="#ppt_h"/>
                                          </p:val>
                                        </p:tav>
                                        <p:tav tm="100000">
                                          <p:val>
                                            <p:strVal val="#ppt_h"/>
                                          </p:val>
                                        </p:tav>
                                      </p:tavLst>
                                    </p:anim>
                                    <p:animEffect transition="in" filter="fade">
                                      <p:cBhvr>
                                        <p:cTn id="14" dur="1000"/>
                                        <p:tgtEl>
                                          <p:spTgt spid="10"/>
                                        </p:tgtEl>
                                      </p:cBhvr>
                                    </p:animEffect>
                                  </p:childTnLst>
                                </p:cTn>
                              </p:par>
                              <p:par>
                                <p:cTn id="15" presetID="50" presetClass="entr" presetSubtype="0"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strVal val="#ppt_w+.3"/>
                                          </p:val>
                                        </p:tav>
                                        <p:tav tm="100000">
                                          <p:val>
                                            <p:strVal val="#ppt_w"/>
                                          </p:val>
                                        </p:tav>
                                      </p:tavLst>
                                    </p:anim>
                                    <p:anim calcmode="lin" valueType="num">
                                      <p:cBhvr>
                                        <p:cTn id="18" dur="1000" fill="hold"/>
                                        <p:tgtEl>
                                          <p:spTgt spid="9"/>
                                        </p:tgtEl>
                                        <p:attrNameLst>
                                          <p:attrName>ppt_h</p:attrName>
                                        </p:attrNameLst>
                                      </p:cBhvr>
                                      <p:tavLst>
                                        <p:tav tm="0">
                                          <p:val>
                                            <p:strVal val="#ppt_h"/>
                                          </p:val>
                                        </p:tav>
                                        <p:tav tm="100000">
                                          <p:val>
                                            <p:strVal val="#ppt_h"/>
                                          </p:val>
                                        </p:tav>
                                      </p:tavLst>
                                    </p:anim>
                                    <p:animEffect transition="in" filter="fade">
                                      <p:cBhvr>
                                        <p:cTn id="19" dur="1000"/>
                                        <p:tgtEl>
                                          <p:spTgt spid="9"/>
                                        </p:tgtEl>
                                      </p:cBhvr>
                                    </p:animEffect>
                                  </p:childTnLst>
                                </p:cTn>
                              </p:par>
                              <p:par>
                                <p:cTn id="20" presetID="50" presetClass="entr" presetSubtype="0" decel="10000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strVal val="#ppt_w+.3"/>
                                          </p:val>
                                        </p:tav>
                                        <p:tav tm="100000">
                                          <p:val>
                                            <p:strVal val="#ppt_w"/>
                                          </p:val>
                                        </p:tav>
                                      </p:tavLst>
                                    </p:anim>
                                    <p:anim calcmode="lin" valueType="num">
                                      <p:cBhvr>
                                        <p:cTn id="23" dur="1000" fill="hold"/>
                                        <p:tgtEl>
                                          <p:spTgt spid="8"/>
                                        </p:tgtEl>
                                        <p:attrNameLst>
                                          <p:attrName>ppt_h</p:attrName>
                                        </p:attrNameLst>
                                      </p:cBhvr>
                                      <p:tavLst>
                                        <p:tav tm="0">
                                          <p:val>
                                            <p:strVal val="#ppt_h"/>
                                          </p:val>
                                        </p:tav>
                                        <p:tav tm="100000">
                                          <p:val>
                                            <p:strVal val="#ppt_h"/>
                                          </p:val>
                                        </p:tav>
                                      </p:tavLst>
                                    </p:anim>
                                    <p:animEffect transition="in" filter="fade">
                                      <p:cBhvr>
                                        <p:cTn id="24" dur="1000"/>
                                        <p:tgtEl>
                                          <p:spTgt spid="8"/>
                                        </p:tgtEl>
                                      </p:cBhvr>
                                    </p:animEffect>
                                  </p:childTnLst>
                                </p:cTn>
                              </p:par>
                              <p:par>
                                <p:cTn id="25" presetID="14" presetClass="exit" presetSubtype="10" fill="hold" nodeType="withEffect">
                                  <p:stCondLst>
                                    <p:cond delay="750"/>
                                  </p:stCondLst>
                                  <p:childTnLst>
                                    <p:animEffect transition="out" filter="randombar(horizont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par>
                                <p:cTn id="28" presetID="10" presetClass="exit" presetSubtype="0" fill="hold" grpId="1" nodeType="withEffect">
                                  <p:stCondLst>
                                    <p:cond delay="750"/>
                                  </p:stCondLst>
                                  <p:childTnLst>
                                    <p:animEffect transition="out" filter="fade">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par>
                                <p:cTn id="31" presetID="10" presetClass="exit" presetSubtype="0" fill="hold" grpId="1" nodeType="withEffect">
                                  <p:stCondLst>
                                    <p:cond delay="750"/>
                                  </p:stCondLst>
                                  <p:childTnLst>
                                    <p:animEffect transition="out" filter="fade">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par>
                                <p:cTn id="34" presetID="10" presetClass="exit" presetSubtype="0" fill="hold" grpId="1" nodeType="withEffect">
                                  <p:stCondLst>
                                    <p:cond delay="75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10" presetClass="exit" presetSubtype="0" fill="hold" grpId="1" nodeType="withEffect">
                                  <p:stCondLst>
                                    <p:cond delay="750"/>
                                  </p:stCondLst>
                                  <p:childTnLst>
                                    <p:animEffect transition="out" filter="fade">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par>
                                <p:cTn id="40" presetID="10" presetClass="entr" presetSubtype="0" fill="hold" nodeType="withEffect">
                                  <p:stCondLst>
                                    <p:cond delay="7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50" presetClass="entr" presetSubtype="0" decel="100000" fill="hold" nodeType="withEffect">
                                  <p:stCondLst>
                                    <p:cond delay="750"/>
                                  </p:stCondLst>
                                  <p:childTnLst>
                                    <p:set>
                                      <p:cBhvr>
                                        <p:cTn id="44" dur="1" fill="hold">
                                          <p:stCondLst>
                                            <p:cond delay="0"/>
                                          </p:stCondLst>
                                        </p:cTn>
                                        <p:tgtEl>
                                          <p:spTgt spid="13"/>
                                        </p:tgtEl>
                                        <p:attrNameLst>
                                          <p:attrName>style.visibility</p:attrName>
                                        </p:attrNameLst>
                                      </p:cBhvr>
                                      <p:to>
                                        <p:strVal val="visible"/>
                                      </p:to>
                                    </p:set>
                                    <p:anim calcmode="lin" valueType="num">
                                      <p:cBhvr>
                                        <p:cTn id="45" dur="1000" fill="hold"/>
                                        <p:tgtEl>
                                          <p:spTgt spid="13"/>
                                        </p:tgtEl>
                                        <p:attrNameLst>
                                          <p:attrName>ppt_w</p:attrName>
                                        </p:attrNameLst>
                                      </p:cBhvr>
                                      <p:tavLst>
                                        <p:tav tm="0">
                                          <p:val>
                                            <p:strVal val="#ppt_w+.3"/>
                                          </p:val>
                                        </p:tav>
                                        <p:tav tm="100000">
                                          <p:val>
                                            <p:strVal val="#ppt_w"/>
                                          </p:val>
                                        </p:tav>
                                      </p:tavLst>
                                    </p:anim>
                                    <p:anim calcmode="lin" valueType="num">
                                      <p:cBhvr>
                                        <p:cTn id="46" dur="1000" fill="hold"/>
                                        <p:tgtEl>
                                          <p:spTgt spid="13"/>
                                        </p:tgtEl>
                                        <p:attrNameLst>
                                          <p:attrName>ppt_h</p:attrName>
                                        </p:attrNameLst>
                                      </p:cBhvr>
                                      <p:tavLst>
                                        <p:tav tm="0">
                                          <p:val>
                                            <p:strVal val="#ppt_h"/>
                                          </p:val>
                                        </p:tav>
                                        <p:tav tm="100000">
                                          <p:val>
                                            <p:strVal val="#ppt_h"/>
                                          </p:val>
                                        </p:tav>
                                      </p:tavLst>
                                    </p:anim>
                                    <p:animEffect transition="in" filter="fade">
                                      <p:cBhvr>
                                        <p:cTn id="4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 Conn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9D147-7048-51F7-FBA6-5DB5CEBDCC64}"/>
              </a:ext>
            </a:extLst>
          </p:cNvPr>
          <p:cNvSpPr>
            <a:spLocks noGrp="1"/>
          </p:cNvSpPr>
          <p:nvPr>
            <p:ph type="title" hasCustomPrompt="1"/>
          </p:nvPr>
        </p:nvSpPr>
        <p:spPr>
          <a:xfrm>
            <a:off x="476655" y="2493198"/>
            <a:ext cx="11235446" cy="575526"/>
          </a:xfrm>
        </p:spPr>
        <p:txBody>
          <a:bodyPr/>
          <a:lstStyle>
            <a:lvl1pPr>
              <a:defRPr/>
            </a:lvl1pPr>
          </a:lstStyle>
          <a:p>
            <a:r>
              <a:rPr lang="en-US" dirty="0"/>
              <a:t>[Click to add contact / for more info / connect]</a:t>
            </a:r>
          </a:p>
        </p:txBody>
      </p:sp>
      <p:sp>
        <p:nvSpPr>
          <p:cNvPr id="3" name="Date Placeholder 2">
            <a:extLst>
              <a:ext uri="{FF2B5EF4-FFF2-40B4-BE49-F238E27FC236}">
                <a16:creationId xmlns:a16="http://schemas.microsoft.com/office/drawing/2014/main" id="{31F72C5D-29E5-1F84-9238-17DCC24B5629}"/>
              </a:ext>
            </a:extLst>
          </p:cNvPr>
          <p:cNvSpPr>
            <a:spLocks noGrp="1"/>
          </p:cNvSpPr>
          <p:nvPr>
            <p:ph type="dt" sz="half" idx="10"/>
          </p:nvPr>
        </p:nvSpPr>
        <p:spPr/>
        <p:txBody>
          <a:bodyPr/>
          <a:lstStyle/>
          <a:p>
            <a:fld id="{6ECC6306-2292-4384-9A97-B25B884D6A7C}" type="datetime1">
              <a:rPr lang="en-US" smtClean="0"/>
              <a:t>10/8/26</a:t>
            </a:fld>
            <a:endParaRPr lang="en-US"/>
          </a:p>
        </p:txBody>
      </p:sp>
      <p:sp>
        <p:nvSpPr>
          <p:cNvPr id="4" name="Footer Placeholder 3">
            <a:extLst>
              <a:ext uri="{FF2B5EF4-FFF2-40B4-BE49-F238E27FC236}">
                <a16:creationId xmlns:a16="http://schemas.microsoft.com/office/drawing/2014/main" id="{2CB83AEC-E977-42B1-80DA-2EC5DDC41C4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BCCAD46-6566-96BD-23D7-34ACD5B73958}"/>
              </a:ext>
            </a:extLst>
          </p:cNvPr>
          <p:cNvSpPr>
            <a:spLocks noGrp="1"/>
          </p:cNvSpPr>
          <p:nvPr>
            <p:ph type="sldNum" sz="quarter" idx="12"/>
          </p:nvPr>
        </p:nvSpPr>
        <p:spPr/>
        <p:txBody>
          <a:bodyPr/>
          <a:lstStyle/>
          <a:p>
            <a:fld id="{16C30856-2FD0-40BB-988B-8BB8612257E2}" type="slidenum">
              <a:rPr lang="en-US" smtClean="0"/>
              <a:pPr/>
              <a:t>‹#›</a:t>
            </a:fld>
            <a:endParaRPr lang="en-US"/>
          </a:p>
        </p:txBody>
      </p:sp>
      <p:sp>
        <p:nvSpPr>
          <p:cNvPr id="6" name="Text Placeholder 46">
            <a:extLst>
              <a:ext uri="{FF2B5EF4-FFF2-40B4-BE49-F238E27FC236}">
                <a16:creationId xmlns:a16="http://schemas.microsoft.com/office/drawing/2014/main" id="{4EB04484-4F51-8CE3-CA61-14AB1CCFD74A}"/>
              </a:ext>
            </a:extLst>
          </p:cNvPr>
          <p:cNvSpPr>
            <a:spLocks noGrp="1"/>
          </p:cNvSpPr>
          <p:nvPr>
            <p:ph type="body" sz="quarter" idx="22" hasCustomPrompt="1"/>
          </p:nvPr>
        </p:nvSpPr>
        <p:spPr>
          <a:xfrm>
            <a:off x="476655" y="3213180"/>
            <a:ext cx="3665537" cy="211547"/>
          </a:xfrm>
        </p:spPr>
        <p:txBody>
          <a:bodyPr>
            <a:noAutofit/>
          </a:bodyPr>
          <a:lstStyle>
            <a:lvl1pPr marL="0" indent="0">
              <a:lnSpc>
                <a:spcPct val="90000"/>
              </a:lnSpc>
              <a:spcAft>
                <a:spcPts val="0"/>
              </a:spcAft>
              <a:buFontTx/>
              <a:buNone/>
              <a:defRPr sz="1800" b="1" cap="none" baseline="0">
                <a:solidFill>
                  <a:schemeClr val="accent1"/>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r>
              <a:rPr lang="en-US" dirty="0" err="1"/>
              <a:t>Firstname</a:t>
            </a:r>
            <a:r>
              <a:rPr lang="en-US" dirty="0"/>
              <a:t> </a:t>
            </a:r>
            <a:r>
              <a:rPr lang="en-US" dirty="0" err="1"/>
              <a:t>Lastname</a:t>
            </a:r>
            <a:r>
              <a:rPr lang="en-US" dirty="0"/>
              <a:t>]</a:t>
            </a:r>
          </a:p>
        </p:txBody>
      </p:sp>
      <p:sp>
        <p:nvSpPr>
          <p:cNvPr id="7" name="Text Placeholder 46">
            <a:extLst>
              <a:ext uri="{FF2B5EF4-FFF2-40B4-BE49-F238E27FC236}">
                <a16:creationId xmlns:a16="http://schemas.microsoft.com/office/drawing/2014/main" id="{90A8F0B8-AB78-FCED-6D87-10196270F677}"/>
              </a:ext>
            </a:extLst>
          </p:cNvPr>
          <p:cNvSpPr>
            <a:spLocks noGrp="1"/>
          </p:cNvSpPr>
          <p:nvPr>
            <p:ph type="body" sz="quarter" idx="23" hasCustomPrompt="1"/>
          </p:nvPr>
        </p:nvSpPr>
        <p:spPr>
          <a:xfrm>
            <a:off x="476655" y="3463222"/>
            <a:ext cx="1422934" cy="211547"/>
          </a:xfrm>
        </p:spPr>
        <p:txBody>
          <a:bodyPr anchor="ctr">
            <a:noAutofit/>
          </a:bodyPr>
          <a:lstStyle>
            <a:lvl1pPr marL="0" indent="0">
              <a:lnSpc>
                <a:spcPct val="90000"/>
              </a:lnSpc>
              <a:spcAft>
                <a:spcPts val="0"/>
              </a:spcAft>
              <a:buFontTx/>
              <a:buNone/>
              <a:defRPr sz="1400" b="0" cap="none" baseline="0">
                <a:solidFill>
                  <a:schemeClr val="tx2"/>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t>
            </a:r>
          </a:p>
        </p:txBody>
      </p:sp>
      <p:sp>
        <p:nvSpPr>
          <p:cNvPr id="8" name="Text Placeholder 46">
            <a:extLst>
              <a:ext uri="{FF2B5EF4-FFF2-40B4-BE49-F238E27FC236}">
                <a16:creationId xmlns:a16="http://schemas.microsoft.com/office/drawing/2014/main" id="{B3BBF14A-2B44-1230-F61A-F5D634686193}"/>
              </a:ext>
            </a:extLst>
          </p:cNvPr>
          <p:cNvSpPr>
            <a:spLocks noGrp="1"/>
          </p:cNvSpPr>
          <p:nvPr>
            <p:ph type="body" sz="quarter" idx="26" hasCustomPrompt="1"/>
          </p:nvPr>
        </p:nvSpPr>
        <p:spPr>
          <a:xfrm>
            <a:off x="476655" y="3695103"/>
            <a:ext cx="3665537" cy="211547"/>
          </a:xfrm>
        </p:spPr>
        <p:txBody>
          <a:bodyPr anchor="ctr">
            <a:noAutofit/>
          </a:bodyPr>
          <a:lstStyle>
            <a:lvl1pPr marL="0" indent="0">
              <a:lnSpc>
                <a:spcPct val="90000"/>
              </a:lnSpc>
              <a:spcAft>
                <a:spcPts val="0"/>
              </a:spcAft>
              <a:buFontTx/>
              <a:buNone/>
              <a:defRPr sz="1400" b="0" cap="none" baseline="0">
                <a:solidFill>
                  <a:schemeClr val="tx2"/>
                </a:solidFill>
                <a:latin typeface="+mn-lt"/>
              </a:defRPr>
            </a:lvl1pPr>
            <a:lvl2pPr marL="0" indent="0">
              <a:lnSpc>
                <a:spcPct val="90000"/>
              </a:lnSpc>
              <a:spcBef>
                <a:spcPts val="200"/>
              </a:spcBef>
              <a:spcAft>
                <a:spcPts val="0"/>
              </a:spcAft>
              <a:buFont typeface="Arial" panose="020B0604020202020204" pitchFamily="34" charset="0"/>
              <a:buChar char="​"/>
              <a:defRPr sz="900">
                <a:solidFill>
                  <a:schemeClr val="accent1"/>
                </a:solidFill>
                <a:latin typeface="+mn-lt"/>
              </a:defRPr>
            </a:lvl2pPr>
            <a:lvl3pPr marL="630238" indent="0">
              <a:buFont typeface="Arial" panose="020B0604020202020204" pitchFamily="34" charset="0"/>
              <a:buChar char="​"/>
              <a:defRPr sz="1100"/>
            </a:lvl3pPr>
            <a:lvl4pPr marL="855662" indent="0">
              <a:buFont typeface="Arial" panose="020B0604020202020204" pitchFamily="34" charset="0"/>
              <a:buChar char="​"/>
              <a:defRPr sz="1100"/>
            </a:lvl4pPr>
            <a:lvl5pPr marL="1085850" indent="0">
              <a:buFont typeface="Arial" panose="020B0604020202020204" pitchFamily="34" charset="0"/>
              <a:buChar char="​"/>
              <a:defRPr sz="1100"/>
            </a:lvl5pPr>
          </a:lstStyle>
          <a:p>
            <a:pPr lvl="0"/>
            <a:r>
              <a:rPr lang="en-US" dirty="0"/>
              <a:t>[Add email]</a:t>
            </a:r>
          </a:p>
        </p:txBody>
      </p:sp>
      <p:pic>
        <p:nvPicPr>
          <p:cNvPr id="9" name="Picture 2">
            <a:extLst>
              <a:ext uri="{FF2B5EF4-FFF2-40B4-BE49-F238E27FC236}">
                <a16:creationId xmlns:a16="http://schemas.microsoft.com/office/drawing/2014/main" id="{188BD127-3676-C6B1-49EF-1ACEFF303FD4}"/>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489339" y="769607"/>
            <a:ext cx="2555236" cy="528140"/>
          </a:xfrm>
          <a:prstGeom prst="rect">
            <a:avLst/>
          </a:prstGeom>
        </p:spPr>
      </p:pic>
    </p:spTree>
    <p:extLst>
      <p:ext uri="{BB962C8B-B14F-4D97-AF65-F5344CB8AC3E}">
        <p14:creationId xmlns:p14="http://schemas.microsoft.com/office/powerpoint/2010/main" val="237356917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Hyland Logo + Content">
    <p:bg>
      <p:bgPr>
        <a:gradFill>
          <a:gsLst>
            <a:gs pos="0">
              <a:srgbClr val="09287E"/>
            </a:gs>
            <a:gs pos="87000">
              <a:srgbClr val="020629"/>
            </a:gs>
          </a:gsLst>
          <a:lin ang="0" scaled="1"/>
        </a:gra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F23FB6B2-4A0F-ABD1-1393-AA4E16F4A2A6}"/>
              </a:ext>
            </a:extLst>
          </p:cNvPr>
          <p:cNvPicPr>
            <a:picLocks noChangeAspect="1"/>
          </p:cNvPicPr>
          <p:nvPr userDrawn="1"/>
        </p:nvPicPr>
        <p:blipFill>
          <a:blip r:embed="rId2">
            <a:extLst>
              <a:ext uri="{28A0092B-C50C-407E-A947-70E740481C1C}">
                <a14:useLocalDpi xmlns:a14="http://schemas.microsoft.com/office/drawing/2010/main" val="0"/>
              </a:ext>
            </a:extLst>
          </a:blip>
          <a:srcRect t="75" b="75"/>
          <a:stretch/>
        </p:blipFill>
        <p:spPr>
          <a:xfrm>
            <a:off x="3244392" y="2841433"/>
            <a:ext cx="5702583" cy="1178664"/>
          </a:xfrm>
          <a:prstGeom prst="rect">
            <a:avLst/>
          </a:prstGeom>
        </p:spPr>
      </p:pic>
      <p:sp>
        <p:nvSpPr>
          <p:cNvPr id="7" name="Title 6">
            <a:extLst>
              <a:ext uri="{FF2B5EF4-FFF2-40B4-BE49-F238E27FC236}">
                <a16:creationId xmlns:a16="http://schemas.microsoft.com/office/drawing/2014/main" id="{D5AEB439-A9DF-5520-4E3D-AA3E06404DFD}"/>
              </a:ext>
            </a:extLst>
          </p:cNvPr>
          <p:cNvSpPr>
            <a:spLocks noGrp="1"/>
          </p:cNvSpPr>
          <p:nvPr>
            <p:ph type="title" hasCustomPrompt="1"/>
          </p:nvPr>
        </p:nvSpPr>
        <p:spPr>
          <a:xfrm>
            <a:off x="476655" y="4685773"/>
            <a:ext cx="11235446" cy="957837"/>
          </a:xfrm>
        </p:spPr>
        <p:txBody>
          <a:bodyPr/>
          <a:lstStyle>
            <a:lvl1pPr algn="ctr">
              <a:defRPr sz="2800" b="0">
                <a:latin typeface="+mn-lt"/>
              </a:defRPr>
            </a:lvl1pPr>
          </a:lstStyle>
          <a:p>
            <a:r>
              <a:rPr lang="en-US" dirty="0"/>
              <a:t> [Click to add content]</a:t>
            </a:r>
          </a:p>
        </p:txBody>
      </p:sp>
      <p:sp>
        <p:nvSpPr>
          <p:cNvPr id="2" name="Rectangle 1">
            <a:extLst>
              <a:ext uri="{FF2B5EF4-FFF2-40B4-BE49-F238E27FC236}">
                <a16:creationId xmlns:a16="http://schemas.microsoft.com/office/drawing/2014/main" id="{066F359A-BA86-1183-2AE7-C47B9E56FC76}"/>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3329204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  ~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235224-D25E-5C13-14DB-1A574021A233}"/>
              </a:ext>
            </a:extLst>
          </p:cNvPr>
          <p:cNvPicPr>
            <a:picLocks noChangeAspect="1"/>
          </p:cNvPicPr>
          <p:nvPr userDrawn="1"/>
        </p:nvPicPr>
        <p:blipFill>
          <a:blip r:embed="rId2"/>
          <a:srcRect l="2786" t="5238" r="6337" b="11823"/>
          <a:stretch/>
        </p:blipFill>
        <p:spPr>
          <a:xfrm>
            <a:off x="0" y="0"/>
            <a:ext cx="12192000" cy="6858000"/>
          </a:xfrm>
          <a:prstGeom prst="rect">
            <a:avLst/>
          </a:prstGeom>
        </p:spPr>
      </p:pic>
      <p:sp>
        <p:nvSpPr>
          <p:cNvPr id="3" name="TextBox 2">
            <a:extLst>
              <a:ext uri="{FF2B5EF4-FFF2-40B4-BE49-F238E27FC236}">
                <a16:creationId xmlns:a16="http://schemas.microsoft.com/office/drawing/2014/main" id="{701A86F4-29AA-5E2A-07F2-BA69E9C845B6}"/>
              </a:ext>
            </a:extLst>
          </p:cNvPr>
          <p:cNvSpPr txBox="1"/>
          <p:nvPr userDrawn="1"/>
        </p:nvSpPr>
        <p:spPr>
          <a:xfrm>
            <a:off x="2806478" y="0"/>
            <a:ext cx="6579045" cy="461665"/>
          </a:xfrm>
          <a:prstGeom prst="rect">
            <a:avLst/>
          </a:prstGeom>
          <a:noFill/>
        </p:spPr>
        <p:txBody>
          <a:bodyPr wrap="none" rtlCol="0">
            <a:spAutoFit/>
          </a:bodyPr>
          <a:lstStyle/>
          <a:p>
            <a:pPr algn="l"/>
            <a:r>
              <a:rPr lang="en-US" sz="2400" b="1" dirty="0">
                <a:solidFill>
                  <a:srgbClr val="B9F9EC"/>
                </a:solidFill>
              </a:rPr>
              <a:t>DO NOT USE THIS SLIDE – IT IS JUST A DIVIDER. </a:t>
            </a:r>
          </a:p>
        </p:txBody>
      </p:sp>
    </p:spTree>
    <p:extLst>
      <p:ext uri="{BB962C8B-B14F-4D97-AF65-F5344CB8AC3E}">
        <p14:creationId xmlns:p14="http://schemas.microsoft.com/office/powerpoint/2010/main" val="36109348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6899B-95AA-EACA-2566-44EF9FECF5CB}"/>
              </a:ext>
            </a:extLst>
          </p:cNvPr>
          <p:cNvSpPr>
            <a:spLocks noGrp="1"/>
          </p:cNvSpPr>
          <p:nvPr>
            <p:ph type="title"/>
          </p:nvPr>
        </p:nvSpPr>
        <p:spPr>
          <a:xfrm>
            <a:off x="476655" y="365125"/>
            <a:ext cx="11235446" cy="957837"/>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4FBE843-0CC6-C57F-0E0B-0481F91900D7}"/>
              </a:ext>
            </a:extLst>
          </p:cNvPr>
          <p:cNvSpPr>
            <a:spLocks noGrp="1"/>
          </p:cNvSpPr>
          <p:nvPr>
            <p:ph type="body" idx="1"/>
          </p:nvPr>
        </p:nvSpPr>
        <p:spPr>
          <a:xfrm>
            <a:off x="476655" y="1524001"/>
            <a:ext cx="11235446" cy="46529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410B01-81C4-B10B-D997-343DC3E4DD2B}"/>
              </a:ext>
            </a:extLst>
          </p:cNvPr>
          <p:cNvSpPr>
            <a:spLocks noGrp="1"/>
          </p:cNvSpPr>
          <p:nvPr>
            <p:ph type="dt" sz="half" idx="2"/>
          </p:nvPr>
        </p:nvSpPr>
        <p:spPr>
          <a:xfrm>
            <a:off x="11255932" y="6858000"/>
            <a:ext cx="936068" cy="132176"/>
          </a:xfrm>
          <a:prstGeom prst="rect">
            <a:avLst/>
          </a:prstGeom>
        </p:spPr>
        <p:txBody>
          <a:bodyPr vert="horz" lIns="91440" tIns="45720" rIns="91440" bIns="45720" rtlCol="0" anchor="ctr"/>
          <a:lstStyle>
            <a:lvl1pPr algn="r">
              <a:defRPr sz="600">
                <a:solidFill>
                  <a:schemeClr val="tx1">
                    <a:tint val="82000"/>
                  </a:schemeClr>
                </a:solidFill>
              </a:defRPr>
            </a:lvl1pPr>
          </a:lstStyle>
          <a:p>
            <a:fld id="{FC20275D-F658-4E7A-AD9A-D9F0445659BB}" type="datetime1">
              <a:rPr lang="en-US" smtClean="0"/>
              <a:pPr/>
              <a:t>10/8/26</a:t>
            </a:fld>
            <a:endParaRPr lang="en-US"/>
          </a:p>
        </p:txBody>
      </p:sp>
      <p:sp>
        <p:nvSpPr>
          <p:cNvPr id="5" name="Footer Placeholder 4">
            <a:extLst>
              <a:ext uri="{FF2B5EF4-FFF2-40B4-BE49-F238E27FC236}">
                <a16:creationId xmlns:a16="http://schemas.microsoft.com/office/drawing/2014/main" id="{A993A2A3-C1C2-B7A7-96FE-BA5471213DEE}"/>
              </a:ext>
            </a:extLst>
          </p:cNvPr>
          <p:cNvSpPr>
            <a:spLocks noGrp="1"/>
          </p:cNvSpPr>
          <p:nvPr>
            <p:ph type="ftr" sz="quarter" idx="3"/>
          </p:nvPr>
        </p:nvSpPr>
        <p:spPr>
          <a:xfrm>
            <a:off x="476655" y="6437815"/>
            <a:ext cx="7676745" cy="132176"/>
          </a:xfrm>
          <a:prstGeom prst="rect">
            <a:avLst/>
          </a:prstGeom>
        </p:spPr>
        <p:txBody>
          <a:bodyPr vert="horz" lIns="0" tIns="0" rIns="0" bIns="0" rtlCol="0" anchor="ctr"/>
          <a:lstStyle>
            <a:lvl1pPr algn="l">
              <a:defRPr sz="900">
                <a:solidFill>
                  <a:schemeClr val="tx1">
                    <a:lumMod val="50000"/>
                  </a:schemeClr>
                </a:solidFill>
              </a:defRPr>
            </a:lvl1pPr>
          </a:lstStyle>
          <a:p>
            <a:endParaRPr lang="en-US" dirty="0"/>
          </a:p>
        </p:txBody>
      </p:sp>
      <p:sp>
        <p:nvSpPr>
          <p:cNvPr id="6" name="Slide Number Placeholder 5">
            <a:extLst>
              <a:ext uri="{FF2B5EF4-FFF2-40B4-BE49-F238E27FC236}">
                <a16:creationId xmlns:a16="http://schemas.microsoft.com/office/drawing/2014/main" id="{815BE3F0-319F-F862-4403-59183F9796E9}"/>
              </a:ext>
            </a:extLst>
          </p:cNvPr>
          <p:cNvSpPr>
            <a:spLocks noGrp="1"/>
          </p:cNvSpPr>
          <p:nvPr>
            <p:ph type="sldNum" sz="quarter" idx="4"/>
          </p:nvPr>
        </p:nvSpPr>
        <p:spPr>
          <a:xfrm>
            <a:off x="11813528" y="57912"/>
            <a:ext cx="276991" cy="238317"/>
          </a:xfrm>
          <a:prstGeom prst="rect">
            <a:avLst/>
          </a:prstGeom>
        </p:spPr>
        <p:txBody>
          <a:bodyPr vert="horz" lIns="0" tIns="0" rIns="0" bIns="0" rtlCol="0" anchor="ctr"/>
          <a:lstStyle>
            <a:lvl1pPr algn="r">
              <a:defRPr sz="1050">
                <a:solidFill>
                  <a:schemeClr val="tx1">
                    <a:lumMod val="50000"/>
                  </a:schemeClr>
                </a:solidFill>
              </a:defRPr>
            </a:lvl1pPr>
          </a:lstStyle>
          <a:p>
            <a:fld id="{16C30856-2FD0-40BB-988B-8BB8612257E2}" type="slidenum">
              <a:rPr lang="en-US" smtClean="0"/>
              <a:pPr/>
              <a:t>‹#›</a:t>
            </a:fld>
            <a:endParaRPr lang="en-US"/>
          </a:p>
        </p:txBody>
      </p:sp>
      <p:pic>
        <p:nvPicPr>
          <p:cNvPr id="9" name="Graphic 8">
            <a:extLst>
              <a:ext uri="{FF2B5EF4-FFF2-40B4-BE49-F238E27FC236}">
                <a16:creationId xmlns:a16="http://schemas.microsoft.com/office/drawing/2014/main" id="{A35A2229-80B3-CC0E-C32C-63CD6689F6DF}"/>
              </a:ext>
            </a:extLst>
          </p:cNvPr>
          <p:cNvPicPr>
            <a:picLocks noChangeAspect="1"/>
          </p:cNvPicPr>
          <p:nvPr userDrawn="1"/>
        </p:nvPicPr>
        <p:blipFill>
          <a:blip>
            <a:extLst>
              <a:ext uri="{96DAC541-7B7A-43D3-8B79-37D633B846F1}">
                <asvg:svgBlip xmlns:asvg="http://schemas.microsoft.com/office/drawing/2016/SVG/main" r:embed="rId69"/>
              </a:ext>
            </a:extLst>
          </a:blip>
          <a:stretch>
            <a:fillRect/>
          </a:stretch>
        </p:blipFill>
        <p:spPr>
          <a:xfrm>
            <a:off x="11260238" y="6336008"/>
            <a:ext cx="451863" cy="238317"/>
          </a:xfrm>
          <a:prstGeom prst="rect">
            <a:avLst/>
          </a:prstGeom>
        </p:spPr>
      </p:pic>
      <p:cxnSp>
        <p:nvCxnSpPr>
          <p:cNvPr id="14" name="Straight Connector 13">
            <a:extLst>
              <a:ext uri="{FF2B5EF4-FFF2-40B4-BE49-F238E27FC236}">
                <a16:creationId xmlns:a16="http://schemas.microsoft.com/office/drawing/2014/main" id="{5BAF9962-3057-9359-0C6B-71C13CA633A4}"/>
              </a:ext>
            </a:extLst>
          </p:cNvPr>
          <p:cNvCxnSpPr/>
          <p:nvPr userDrawn="1"/>
        </p:nvCxnSpPr>
        <p:spPr>
          <a:xfrm>
            <a:off x="3284538"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D3C544F-71EC-CFA3-55D9-AE5C1D23C36E}"/>
              </a:ext>
            </a:extLst>
          </p:cNvPr>
          <p:cNvCxnSpPr/>
          <p:nvPr userDrawn="1"/>
        </p:nvCxnSpPr>
        <p:spPr>
          <a:xfrm>
            <a:off x="8905078"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0A8C8D0-4AF4-3287-A6EC-19CD1333E796}"/>
              </a:ext>
            </a:extLst>
          </p:cNvPr>
          <p:cNvCxnSpPr>
            <a:cxnSpLocks/>
          </p:cNvCxnSpPr>
          <p:nvPr userDrawn="1"/>
        </p:nvCxnSpPr>
        <p:spPr>
          <a:xfrm>
            <a:off x="476655"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4DC6853-3C6F-E672-044C-E7DB03679DE2}"/>
              </a:ext>
            </a:extLst>
          </p:cNvPr>
          <p:cNvCxnSpPr/>
          <p:nvPr userDrawn="1"/>
        </p:nvCxnSpPr>
        <p:spPr>
          <a:xfrm>
            <a:off x="11712101"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5FD44F1-8978-F11E-5177-7EAED3B575DC}"/>
              </a:ext>
            </a:extLst>
          </p:cNvPr>
          <p:cNvCxnSpPr/>
          <p:nvPr userDrawn="1"/>
        </p:nvCxnSpPr>
        <p:spPr>
          <a:xfrm>
            <a:off x="1871663"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732536E-1C59-AAEC-63F9-59B1AB315EEF}"/>
              </a:ext>
            </a:extLst>
          </p:cNvPr>
          <p:cNvCxnSpPr/>
          <p:nvPr userDrawn="1"/>
        </p:nvCxnSpPr>
        <p:spPr>
          <a:xfrm>
            <a:off x="4693809"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E232A82-48F2-4AAA-6B46-A64B53CFAE4E}"/>
              </a:ext>
            </a:extLst>
          </p:cNvPr>
          <p:cNvCxnSpPr/>
          <p:nvPr userDrawn="1"/>
        </p:nvCxnSpPr>
        <p:spPr>
          <a:xfrm>
            <a:off x="6096000"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7B8ED3B-52DB-B5EE-ED83-2D96DF97CA65}"/>
              </a:ext>
            </a:extLst>
          </p:cNvPr>
          <p:cNvCxnSpPr/>
          <p:nvPr userDrawn="1"/>
        </p:nvCxnSpPr>
        <p:spPr>
          <a:xfrm>
            <a:off x="7497763"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A1370CF-A5C5-B92C-7B58-C2332179B3E1}"/>
              </a:ext>
            </a:extLst>
          </p:cNvPr>
          <p:cNvCxnSpPr/>
          <p:nvPr userDrawn="1"/>
        </p:nvCxnSpPr>
        <p:spPr>
          <a:xfrm>
            <a:off x="10304700" y="-229683"/>
            <a:ext cx="0" cy="104007"/>
          </a:xfrm>
          <a:prstGeom prst="line">
            <a:avLst/>
          </a:prstGeom>
          <a:ln w="635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DECAE942-3165-79E5-3CDD-2F98652F93CC}"/>
              </a:ext>
            </a:extLst>
          </p:cNvPr>
          <p:cNvSpPr/>
          <p:nvPr userDrawn="1"/>
        </p:nvSpPr>
        <p:spPr>
          <a:xfrm>
            <a:off x="9948334" y="-172308"/>
            <a:ext cx="2258191" cy="1342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solidFill>
                  <a:schemeClr val="bg2"/>
                </a:solidFill>
              </a:rPr>
              <a:t>To add slide numbers, go to Insert  &gt; Slide Number  </a:t>
            </a:r>
          </a:p>
        </p:txBody>
      </p:sp>
    </p:spTree>
    <p:extLst>
      <p:ext uri="{BB962C8B-B14F-4D97-AF65-F5344CB8AC3E}">
        <p14:creationId xmlns:p14="http://schemas.microsoft.com/office/powerpoint/2010/main" val="42817639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78" r:id="rId3"/>
    <p:sldLayoutId id="2147483679" r:id="rId4"/>
    <p:sldLayoutId id="2147483680" r:id="rId5"/>
    <p:sldLayoutId id="2147483681" r:id="rId6"/>
    <p:sldLayoutId id="2147483668" r:id="rId7"/>
    <p:sldLayoutId id="2147483682" r:id="rId8"/>
    <p:sldLayoutId id="2147483726" r:id="rId9"/>
    <p:sldLayoutId id="2147483693" r:id="rId10"/>
    <p:sldLayoutId id="2147483692" r:id="rId11"/>
    <p:sldLayoutId id="2147483672" r:id="rId12"/>
    <p:sldLayoutId id="2147483694" r:id="rId13"/>
    <p:sldLayoutId id="2147483709" r:id="rId14"/>
    <p:sldLayoutId id="2147483719" r:id="rId15"/>
    <p:sldLayoutId id="2147483696" r:id="rId16"/>
    <p:sldLayoutId id="2147483697" r:id="rId17"/>
    <p:sldLayoutId id="2147483695" r:id="rId18"/>
    <p:sldLayoutId id="2147483699" r:id="rId19"/>
    <p:sldLayoutId id="2147483698" r:id="rId20"/>
    <p:sldLayoutId id="2147483700" r:id="rId21"/>
    <p:sldLayoutId id="2147483704" r:id="rId22"/>
    <p:sldLayoutId id="2147483705" r:id="rId23"/>
    <p:sldLayoutId id="2147483706" r:id="rId24"/>
    <p:sldLayoutId id="2147483677" r:id="rId25"/>
    <p:sldLayoutId id="2147483683" r:id="rId26"/>
    <p:sldLayoutId id="2147483684" r:id="rId27"/>
    <p:sldLayoutId id="2147483685" r:id="rId28"/>
    <p:sldLayoutId id="2147483715" r:id="rId29"/>
    <p:sldLayoutId id="2147483716" r:id="rId30"/>
    <p:sldLayoutId id="2147483727" r:id="rId31"/>
    <p:sldLayoutId id="2147483728" r:id="rId32"/>
    <p:sldLayoutId id="2147483673" r:id="rId33"/>
    <p:sldLayoutId id="2147483686" r:id="rId34"/>
    <p:sldLayoutId id="2147483687" r:id="rId35"/>
    <p:sldLayoutId id="2147483688" r:id="rId36"/>
    <p:sldLayoutId id="2147483669" r:id="rId37"/>
    <p:sldLayoutId id="2147483714" r:id="rId38"/>
    <p:sldLayoutId id="2147483713" r:id="rId39"/>
    <p:sldLayoutId id="2147483712" r:id="rId40"/>
    <p:sldLayoutId id="2147483670" r:id="rId41"/>
    <p:sldLayoutId id="2147483711" r:id="rId42"/>
    <p:sldLayoutId id="2147483717" r:id="rId43"/>
    <p:sldLayoutId id="2147483702" r:id="rId44"/>
    <p:sldLayoutId id="2147483703" r:id="rId45"/>
    <p:sldLayoutId id="2147483675" r:id="rId46"/>
    <p:sldLayoutId id="2147483707" r:id="rId47"/>
    <p:sldLayoutId id="2147483708" r:id="rId48"/>
    <p:sldLayoutId id="2147483671" r:id="rId49"/>
    <p:sldLayoutId id="2147483663" r:id="rId50"/>
    <p:sldLayoutId id="2147483710" r:id="rId51"/>
    <p:sldLayoutId id="2147483724" r:id="rId52"/>
    <p:sldLayoutId id="2147483664" r:id="rId53"/>
    <p:sldLayoutId id="2147483725" r:id="rId54"/>
    <p:sldLayoutId id="2147483665" r:id="rId55"/>
    <p:sldLayoutId id="2147483720" r:id="rId56"/>
    <p:sldLayoutId id="2147483721" r:id="rId57"/>
    <p:sldLayoutId id="2147483722" r:id="rId58"/>
    <p:sldLayoutId id="2147483723" r:id="rId59"/>
    <p:sldLayoutId id="2147483666" r:id="rId60"/>
    <p:sldLayoutId id="2147483667" r:id="rId61"/>
    <p:sldLayoutId id="2147483674" r:id="rId62"/>
    <p:sldLayoutId id="2147483690" r:id="rId63"/>
    <p:sldLayoutId id="2147483691" r:id="rId64"/>
    <p:sldLayoutId id="2147483718" r:id="rId65"/>
    <p:sldLayoutId id="2147483689" r:id="rId66"/>
    <p:sldLayoutId id="2147483676" r:id="rId67"/>
  </p:sldLayoutIdLst>
  <p:transition>
    <p:fade/>
  </p:transition>
  <p:hf sldNum="0" hdr="0" ftr="0" dt="0"/>
  <p:txStyles>
    <p:title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424" userDrawn="1">
          <p15:clr>
            <a:srgbClr val="F26B43"/>
          </p15:clr>
        </p15:guide>
        <p15:guide id="18" pos="3840" userDrawn="1">
          <p15:clr>
            <a:srgbClr val="F26B43"/>
          </p15:clr>
        </p15:guide>
        <p15:guide id="20" pos="7680" userDrawn="1">
          <p15:clr>
            <a:srgbClr val="A4A3A4"/>
          </p15:clr>
        </p15:guide>
        <p15:guide id="22" orient="horz" pos="230" userDrawn="1">
          <p15:clr>
            <a:srgbClr val="F26B43"/>
          </p15:clr>
        </p15:guide>
        <p15:guide id="23" orient="horz" pos="4141" userDrawn="1">
          <p15:clr>
            <a:srgbClr val="A4A3A4"/>
          </p15:clr>
        </p15:guide>
        <p15:guide id="27" pos="300" userDrawn="1">
          <p15:clr>
            <a:srgbClr val="F26B43"/>
          </p15:clr>
        </p15:guide>
        <p15:guide id="28" pos="7379" userDrawn="1">
          <p15:clr>
            <a:srgbClr val="F26B43"/>
          </p15:clr>
        </p15:guide>
        <p15:guide id="29" orient="horz" pos="3892" userDrawn="1">
          <p15:clr>
            <a:srgbClr val="F26B43"/>
          </p15:clr>
        </p15:guide>
        <p15:guide id="30" orient="horz" pos="955" userDrawn="1">
          <p15:clr>
            <a:srgbClr val="A4A3A4"/>
          </p15:clr>
        </p15:guide>
        <p15:guide id="33" userDrawn="1">
          <p15:clr>
            <a:srgbClr val="F26B43"/>
          </p15:clr>
        </p15:guide>
        <p15:guide id="36" orient="horz" userDrawn="1">
          <p15:clr>
            <a:srgbClr val="A4A3A4"/>
          </p15:clr>
        </p15:guide>
        <p15:guide id="37" orient="horz" pos="4320"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image" Target="../media/image46.svg"/><Relationship Id="rId4" Type="http://schemas.openxmlformats.org/officeDocument/2006/relationships/image" Target="../media/image4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1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s>
</file>

<file path=ppt/slides/_rels/slide15.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0.sv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54.svg"/><Relationship Id="rId5" Type="http://schemas.openxmlformats.org/officeDocument/2006/relationships/image" Target="../media/image59.svg"/><Relationship Id="rId4" Type="http://schemas.openxmlformats.org/officeDocument/2006/relationships/image" Target="../media/image5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62.svg"/></Relationships>
</file>

<file path=ppt/slides/_rels/slide19.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70.svg"/><Relationship Id="rId3" Type="http://schemas.openxmlformats.org/officeDocument/2006/relationships/image" Target="../media/image63.png"/><Relationship Id="rId7" Type="http://schemas.openxmlformats.org/officeDocument/2006/relationships/image" Target="../media/image66.svg"/><Relationship Id="rId12" Type="http://schemas.openxmlformats.org/officeDocument/2006/relationships/image" Target="../media/image69.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5.svg"/><Relationship Id="rId11" Type="http://schemas.openxmlformats.org/officeDocument/2006/relationships/image" Target="../media/image43.svg"/><Relationship Id="rId5" Type="http://schemas.openxmlformats.org/officeDocument/2006/relationships/image" Target="../media/image64.png"/><Relationship Id="rId10" Type="http://schemas.openxmlformats.org/officeDocument/2006/relationships/image" Target="../media/image68.svg"/><Relationship Id="rId4" Type="http://schemas.openxmlformats.org/officeDocument/2006/relationships/image" Target="../media/image54.svg"/><Relationship Id="rId9" Type="http://schemas.openxmlformats.org/officeDocument/2006/relationships/image" Target="../media/image67.svg"/></Relationships>
</file>

<file path=ppt/slides/_rels/slide2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71.svg"/><Relationship Id="rId4" Type="http://schemas.openxmlformats.org/officeDocument/2006/relationships/image" Target="../media/image43.svg"/></Relationships>
</file>

<file path=ppt/slides/_rels/slide21.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slideLayout" Target="../slideLayouts/slideLayout8.xml"/><Relationship Id="rId4" Type="http://schemas.openxmlformats.org/officeDocument/2006/relationships/image" Target="../media/image74.svg"/></Relationships>
</file>

<file path=ppt/slides/_rels/slide22.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76.svg"/><Relationship Id="rId4" Type="http://schemas.openxmlformats.org/officeDocument/2006/relationships/image" Target="../media/image75.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67A2A-33B0-966D-A015-CAEFB3C8D90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9988F5-7BAA-FC1A-49CB-D96D9E4F7479}"/>
              </a:ext>
            </a:extLst>
          </p:cNvPr>
          <p:cNvSpPr>
            <a:spLocks noGrp="1"/>
          </p:cNvSpPr>
          <p:nvPr>
            <p:ph type="ctrTitle"/>
          </p:nvPr>
        </p:nvSpPr>
        <p:spPr>
          <a:xfrm>
            <a:off x="476654" y="1516064"/>
            <a:ext cx="9290801" cy="1759152"/>
          </a:xfrm>
        </p:spPr>
        <p:txBody>
          <a:bodyPr/>
          <a:lstStyle/>
          <a:p>
            <a:r>
              <a:rPr lang="en-US" sz="4000" i="1" dirty="0">
                <a:solidFill>
                  <a:srgbClr val="13EAC1"/>
                </a:solidFill>
              </a:rPr>
              <a:t>Introduction to</a:t>
            </a:r>
            <a:br>
              <a:rPr lang="en-US" dirty="0"/>
            </a:br>
            <a:r>
              <a:rPr lang="en-US" dirty="0"/>
              <a:t>Hyland Knowledge Enrichment</a:t>
            </a:r>
            <a:endParaRPr lang="en-US" sz="3600" dirty="0"/>
          </a:p>
        </p:txBody>
      </p:sp>
      <p:sp>
        <p:nvSpPr>
          <p:cNvPr id="5" name="Subtitle 4">
            <a:extLst>
              <a:ext uri="{FF2B5EF4-FFF2-40B4-BE49-F238E27FC236}">
                <a16:creationId xmlns:a16="http://schemas.microsoft.com/office/drawing/2014/main" id="{CC2C75A2-9EF6-45F4-C761-27C39C56ACBD}"/>
              </a:ext>
            </a:extLst>
          </p:cNvPr>
          <p:cNvSpPr>
            <a:spLocks noGrp="1"/>
          </p:cNvSpPr>
          <p:nvPr>
            <p:ph type="subTitle" idx="1"/>
          </p:nvPr>
        </p:nvSpPr>
        <p:spPr>
          <a:xfrm>
            <a:off x="476656" y="3429000"/>
            <a:ext cx="7490185" cy="2306782"/>
          </a:xfrm>
        </p:spPr>
        <p:txBody>
          <a:bodyPr/>
          <a:lstStyle/>
          <a:p>
            <a:r>
              <a:rPr lang="en-US" dirty="0"/>
              <a:t>Greg Bousley</a:t>
            </a:r>
          </a:p>
        </p:txBody>
      </p:sp>
      <p:sp>
        <p:nvSpPr>
          <p:cNvPr id="6" name="Text Placeholder 5">
            <a:extLst>
              <a:ext uri="{FF2B5EF4-FFF2-40B4-BE49-F238E27FC236}">
                <a16:creationId xmlns:a16="http://schemas.microsoft.com/office/drawing/2014/main" id="{F4F75902-07A3-914A-9B14-16882B128793}"/>
              </a:ext>
            </a:extLst>
          </p:cNvPr>
          <p:cNvSpPr>
            <a:spLocks noGrp="1"/>
          </p:cNvSpPr>
          <p:nvPr>
            <p:ph type="body" sz="quarter" idx="13"/>
          </p:nvPr>
        </p:nvSpPr>
        <p:spPr/>
        <p:txBody>
          <a:bodyPr/>
          <a:lstStyle/>
          <a:p>
            <a:r>
              <a:rPr lang="en-US" dirty="0"/>
              <a:t>10/02/2025</a:t>
            </a:r>
          </a:p>
        </p:txBody>
      </p:sp>
    </p:spTree>
    <p:extLst>
      <p:ext uri="{BB962C8B-B14F-4D97-AF65-F5344CB8AC3E}">
        <p14:creationId xmlns:p14="http://schemas.microsoft.com/office/powerpoint/2010/main" val="320936395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A621-5DAA-9D69-CBF4-6F015F78B4D6}"/>
              </a:ext>
            </a:extLst>
          </p:cNvPr>
          <p:cNvSpPr>
            <a:spLocks noGrp="1"/>
          </p:cNvSpPr>
          <p:nvPr>
            <p:ph type="title"/>
          </p:nvPr>
        </p:nvSpPr>
        <p:spPr/>
        <p:txBody>
          <a:bodyPr/>
          <a:lstStyle/>
          <a:p>
            <a:r>
              <a:rPr lang="en-US" dirty="0"/>
              <a:t>Knowledge Enrichment</a:t>
            </a:r>
            <a:br>
              <a:rPr lang="en-US" dirty="0"/>
            </a:br>
            <a:r>
              <a:rPr lang="en-US" dirty="0">
                <a:solidFill>
                  <a:srgbClr val="13EAC1"/>
                </a:solidFill>
              </a:rPr>
              <a:t>Getting Familiar</a:t>
            </a:r>
          </a:p>
        </p:txBody>
      </p:sp>
      <p:sp>
        <p:nvSpPr>
          <p:cNvPr id="3" name="Text Placeholder 2">
            <a:extLst>
              <a:ext uri="{FF2B5EF4-FFF2-40B4-BE49-F238E27FC236}">
                <a16:creationId xmlns:a16="http://schemas.microsoft.com/office/drawing/2014/main" id="{685F53A7-5E09-68BF-5A79-002ADF3FA481}"/>
              </a:ext>
            </a:extLst>
          </p:cNvPr>
          <p:cNvSpPr>
            <a:spLocks noGrp="1"/>
          </p:cNvSpPr>
          <p:nvPr>
            <p:ph type="body" sz="quarter" idx="13"/>
          </p:nvPr>
        </p:nvSpPr>
        <p:spPr/>
        <p:txBody>
          <a:bodyPr/>
          <a:lstStyle/>
          <a:p>
            <a:r>
              <a:rPr lang="en-US" dirty="0"/>
              <a:t>Explain Knowledge Enrichment</a:t>
            </a:r>
          </a:p>
        </p:txBody>
      </p:sp>
      <p:sp>
        <p:nvSpPr>
          <p:cNvPr id="4" name="Text Placeholder 3">
            <a:extLst>
              <a:ext uri="{FF2B5EF4-FFF2-40B4-BE49-F238E27FC236}">
                <a16:creationId xmlns:a16="http://schemas.microsoft.com/office/drawing/2014/main" id="{E7EF5464-C6EE-02E7-0AE0-9FD9DDE0BEDE}"/>
              </a:ext>
            </a:extLst>
          </p:cNvPr>
          <p:cNvSpPr>
            <a:spLocks noGrp="1"/>
          </p:cNvSpPr>
          <p:nvPr>
            <p:ph type="body" sz="quarter" idx="14"/>
          </p:nvPr>
        </p:nvSpPr>
        <p:spPr/>
        <p:txBody>
          <a:bodyPr/>
          <a:lstStyle/>
          <a:p>
            <a:r>
              <a:rPr lang="en-US" dirty="0"/>
              <a:t>Configure CIC Account Access</a:t>
            </a:r>
          </a:p>
        </p:txBody>
      </p:sp>
      <p:sp>
        <p:nvSpPr>
          <p:cNvPr id="5" name="Text Placeholder 4">
            <a:extLst>
              <a:ext uri="{FF2B5EF4-FFF2-40B4-BE49-F238E27FC236}">
                <a16:creationId xmlns:a16="http://schemas.microsoft.com/office/drawing/2014/main" id="{6DF027B6-3633-18E8-F79C-CDAE474B777F}"/>
              </a:ext>
            </a:extLst>
          </p:cNvPr>
          <p:cNvSpPr>
            <a:spLocks noGrp="1"/>
          </p:cNvSpPr>
          <p:nvPr>
            <p:ph type="body" sz="quarter" idx="15"/>
          </p:nvPr>
        </p:nvSpPr>
        <p:spPr/>
        <p:txBody>
          <a:bodyPr/>
          <a:lstStyle/>
          <a:p>
            <a:r>
              <a:rPr lang="en-US" dirty="0"/>
              <a:t>Engage with Knowledge Enrichment APIs</a:t>
            </a:r>
          </a:p>
        </p:txBody>
      </p:sp>
    </p:spTree>
    <p:extLst>
      <p:ext uri="{BB962C8B-B14F-4D97-AF65-F5344CB8AC3E}">
        <p14:creationId xmlns:p14="http://schemas.microsoft.com/office/powerpoint/2010/main" val="279020849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396E44-57A9-9659-A910-44B549E6E15E}"/>
              </a:ext>
            </a:extLst>
          </p:cNvPr>
          <p:cNvSpPr>
            <a:spLocks noGrp="1"/>
          </p:cNvSpPr>
          <p:nvPr>
            <p:ph type="body" sz="quarter" idx="13"/>
          </p:nvPr>
        </p:nvSpPr>
        <p:spPr>
          <a:xfrm>
            <a:off x="176338" y="1530017"/>
            <a:ext cx="3850639" cy="856150"/>
          </a:xfrm>
        </p:spPr>
        <p:txBody>
          <a:bodyPr/>
          <a:lstStyle/>
          <a:p>
            <a:r>
              <a:rPr lang="en-US" sz="2800" dirty="0"/>
              <a:t>Knowledge Discovery</a:t>
            </a:r>
          </a:p>
        </p:txBody>
      </p:sp>
      <p:sp>
        <p:nvSpPr>
          <p:cNvPr id="3" name="Text Placeholder 2">
            <a:extLst>
              <a:ext uri="{FF2B5EF4-FFF2-40B4-BE49-F238E27FC236}">
                <a16:creationId xmlns:a16="http://schemas.microsoft.com/office/drawing/2014/main" id="{B5661065-A194-F50F-6558-C80739FBDE19}"/>
              </a:ext>
            </a:extLst>
          </p:cNvPr>
          <p:cNvSpPr>
            <a:spLocks noGrp="1"/>
          </p:cNvSpPr>
          <p:nvPr>
            <p:ph type="body" sz="quarter" idx="14"/>
          </p:nvPr>
        </p:nvSpPr>
        <p:spPr>
          <a:xfrm>
            <a:off x="4433979" y="1530017"/>
            <a:ext cx="3248954" cy="856150"/>
          </a:xfrm>
        </p:spPr>
        <p:txBody>
          <a:bodyPr/>
          <a:lstStyle/>
          <a:p>
            <a:r>
              <a:rPr lang="en-US" sz="2800" dirty="0"/>
              <a:t>Agent Builder</a:t>
            </a:r>
          </a:p>
        </p:txBody>
      </p:sp>
      <p:sp>
        <p:nvSpPr>
          <p:cNvPr id="4" name="Text Placeholder 3">
            <a:extLst>
              <a:ext uri="{FF2B5EF4-FFF2-40B4-BE49-F238E27FC236}">
                <a16:creationId xmlns:a16="http://schemas.microsoft.com/office/drawing/2014/main" id="{32482148-A2D6-3EAC-BFF7-AD5A2DBB4310}"/>
              </a:ext>
            </a:extLst>
          </p:cNvPr>
          <p:cNvSpPr>
            <a:spLocks noGrp="1"/>
          </p:cNvSpPr>
          <p:nvPr>
            <p:ph type="body" sz="quarter" idx="15"/>
          </p:nvPr>
        </p:nvSpPr>
        <p:spPr/>
        <p:txBody>
          <a:bodyPr/>
          <a:lstStyle/>
          <a:p>
            <a:r>
              <a:rPr lang="en-US" dirty="0"/>
              <a:t>Find relevant knowledge across large collections of enterprise content</a:t>
            </a:r>
          </a:p>
        </p:txBody>
      </p:sp>
      <p:sp>
        <p:nvSpPr>
          <p:cNvPr id="5" name="Text Placeholder 4">
            <a:extLst>
              <a:ext uri="{FF2B5EF4-FFF2-40B4-BE49-F238E27FC236}">
                <a16:creationId xmlns:a16="http://schemas.microsoft.com/office/drawing/2014/main" id="{B1C4B19A-9414-9B14-BE3E-8B08936406C2}"/>
              </a:ext>
            </a:extLst>
          </p:cNvPr>
          <p:cNvSpPr>
            <a:spLocks noGrp="1"/>
          </p:cNvSpPr>
          <p:nvPr>
            <p:ph type="body" sz="quarter" idx="16"/>
          </p:nvPr>
        </p:nvSpPr>
        <p:spPr>
          <a:xfrm>
            <a:off x="4433661" y="2485289"/>
            <a:ext cx="3250642" cy="543028"/>
          </a:xfrm>
        </p:spPr>
        <p:txBody>
          <a:bodyPr/>
          <a:lstStyle/>
          <a:p>
            <a:r>
              <a:rPr lang="en-US" dirty="0"/>
              <a:t>Answer questions, retrieve information, and perform actions across connected systems</a:t>
            </a:r>
          </a:p>
        </p:txBody>
      </p:sp>
      <p:sp>
        <p:nvSpPr>
          <p:cNvPr id="6" name="Text Placeholder 5">
            <a:extLst>
              <a:ext uri="{FF2B5EF4-FFF2-40B4-BE49-F238E27FC236}">
                <a16:creationId xmlns:a16="http://schemas.microsoft.com/office/drawing/2014/main" id="{20AD34CB-EDDD-F03F-1769-763B3C887CB2}"/>
              </a:ext>
            </a:extLst>
          </p:cNvPr>
          <p:cNvSpPr>
            <a:spLocks noGrp="1"/>
          </p:cNvSpPr>
          <p:nvPr>
            <p:ph type="body" sz="quarter" idx="17"/>
          </p:nvPr>
        </p:nvSpPr>
        <p:spPr>
          <a:xfrm>
            <a:off x="8091624" y="1530017"/>
            <a:ext cx="3994436" cy="856150"/>
          </a:xfrm>
        </p:spPr>
        <p:txBody>
          <a:bodyPr/>
          <a:lstStyle/>
          <a:p>
            <a:r>
              <a:rPr lang="en-US" sz="2800" dirty="0"/>
              <a:t>Knowledge Enrichment</a:t>
            </a:r>
          </a:p>
        </p:txBody>
      </p:sp>
      <p:sp>
        <p:nvSpPr>
          <p:cNvPr id="7" name="Text Placeholder 6">
            <a:extLst>
              <a:ext uri="{FF2B5EF4-FFF2-40B4-BE49-F238E27FC236}">
                <a16:creationId xmlns:a16="http://schemas.microsoft.com/office/drawing/2014/main" id="{88B4E230-CF03-CB6E-509A-B713F05BA3D8}"/>
              </a:ext>
            </a:extLst>
          </p:cNvPr>
          <p:cNvSpPr>
            <a:spLocks noGrp="1"/>
          </p:cNvSpPr>
          <p:nvPr>
            <p:ph type="body" sz="quarter" idx="18"/>
          </p:nvPr>
        </p:nvSpPr>
        <p:spPr/>
        <p:txBody>
          <a:bodyPr/>
          <a:lstStyle/>
          <a:p>
            <a:r>
              <a:rPr lang="en-US" dirty="0"/>
              <a:t>Extracts meaningful information and metadata – single file</a:t>
            </a:r>
          </a:p>
        </p:txBody>
      </p:sp>
      <p:sp>
        <p:nvSpPr>
          <p:cNvPr id="8" name="Text Placeholder 7">
            <a:extLst>
              <a:ext uri="{FF2B5EF4-FFF2-40B4-BE49-F238E27FC236}">
                <a16:creationId xmlns:a16="http://schemas.microsoft.com/office/drawing/2014/main" id="{D7532EC0-ED2F-611F-B190-61C54DAC6DD0}"/>
              </a:ext>
            </a:extLst>
          </p:cNvPr>
          <p:cNvSpPr>
            <a:spLocks noGrp="1"/>
          </p:cNvSpPr>
          <p:nvPr>
            <p:ph type="body" sz="quarter" idx="19"/>
          </p:nvPr>
        </p:nvSpPr>
        <p:spPr>
          <a:xfrm>
            <a:off x="476337" y="4195682"/>
            <a:ext cx="11237913" cy="2100522"/>
          </a:xfrm>
        </p:spPr>
        <p:txBody>
          <a:bodyPr/>
          <a:lstStyle/>
          <a:p>
            <a:pPr marL="0" indent="0">
              <a:buNone/>
            </a:pPr>
            <a:r>
              <a:rPr lang="en-US" b="1" dirty="0"/>
              <a:t>Knowledge Enrichment:</a:t>
            </a:r>
          </a:p>
          <a:p>
            <a:r>
              <a:rPr lang="en-US" sz="2000" dirty="0"/>
              <a:t>Targets a single file – Extracts meaningful metadata</a:t>
            </a:r>
          </a:p>
          <a:p>
            <a:r>
              <a:rPr lang="en-US" sz="2000" dirty="0"/>
              <a:t>Uses </a:t>
            </a:r>
            <a:r>
              <a:rPr lang="en-US" sz="2000" b="1" dirty="0">
                <a:solidFill>
                  <a:srgbClr val="13EAC1"/>
                </a:solidFill>
              </a:rPr>
              <a:t>machine learning</a:t>
            </a:r>
            <a:r>
              <a:rPr lang="en-US" sz="2000" b="1" dirty="0"/>
              <a:t>, </a:t>
            </a:r>
            <a:r>
              <a:rPr lang="en-US" sz="2000" b="1" dirty="0">
                <a:solidFill>
                  <a:srgbClr val="13EAC1"/>
                </a:solidFill>
              </a:rPr>
              <a:t>natural language processing </a:t>
            </a:r>
            <a:r>
              <a:rPr lang="en-US" sz="2000" b="1" dirty="0"/>
              <a:t>(NLP), and </a:t>
            </a:r>
            <a:r>
              <a:rPr lang="en-US" sz="2000" b="1" dirty="0">
                <a:solidFill>
                  <a:srgbClr val="13EAC1"/>
                </a:solidFill>
              </a:rPr>
              <a:t>document intelligence</a:t>
            </a:r>
          </a:p>
          <a:p>
            <a:r>
              <a:rPr lang="en-US" sz="2000" dirty="0"/>
              <a:t>Identifies entities, concepts, relationships, and key data within a document</a:t>
            </a:r>
            <a:endParaRPr lang="en-US" sz="2000" dirty="0">
              <a:solidFill>
                <a:srgbClr val="13EAC1"/>
              </a:solidFill>
            </a:endParaRPr>
          </a:p>
        </p:txBody>
      </p:sp>
      <p:sp>
        <p:nvSpPr>
          <p:cNvPr id="9" name="Title 8">
            <a:extLst>
              <a:ext uri="{FF2B5EF4-FFF2-40B4-BE49-F238E27FC236}">
                <a16:creationId xmlns:a16="http://schemas.microsoft.com/office/drawing/2014/main" id="{CEC315B5-C073-3AFE-399D-550CF72F7AC9}"/>
              </a:ext>
            </a:extLst>
          </p:cNvPr>
          <p:cNvSpPr>
            <a:spLocks noGrp="1"/>
          </p:cNvSpPr>
          <p:nvPr>
            <p:ph type="title"/>
          </p:nvPr>
        </p:nvSpPr>
        <p:spPr/>
        <p:txBody>
          <a:bodyPr/>
          <a:lstStyle/>
          <a:p>
            <a:r>
              <a:rPr lang="en-US" dirty="0"/>
              <a:t>KD, AB, KE.. What’s the Difference?</a:t>
            </a:r>
          </a:p>
        </p:txBody>
      </p:sp>
    </p:spTree>
    <p:extLst>
      <p:ext uri="{BB962C8B-B14F-4D97-AF65-F5344CB8AC3E}">
        <p14:creationId xmlns:p14="http://schemas.microsoft.com/office/powerpoint/2010/main" val="1674509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500"/>
                                        <p:tgtEl>
                                          <p:spTgt spid="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fade">
                                      <p:cBhvr>
                                        <p:cTn id="31" dur="500"/>
                                        <p:tgtEl>
                                          <p:spTgt spid="8">
                                            <p:txEl>
                                              <p:pRg st="0" end="0"/>
                                            </p:txEl>
                                          </p:spTgt>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fade">
                                      <p:cBhvr>
                                        <p:cTn id="35" dur="500"/>
                                        <p:tgtEl>
                                          <p:spTgt spid="8">
                                            <p:txEl>
                                              <p:pRg st="1" end="1"/>
                                            </p:txEl>
                                          </p:spTgt>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animEffect transition="in" filter="fade">
                                      <p:cBhvr>
                                        <p:cTn id="39" dur="500"/>
                                        <p:tgtEl>
                                          <p:spTgt spid="8">
                                            <p:txEl>
                                              <p:pRg st="2" end="2"/>
                                            </p:txEl>
                                          </p:spTgt>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animEffect transition="in" filter="fade">
                                      <p:cBhvr>
                                        <p:cTn id="43"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P spid="4" grpId="0" build="p"/>
      <p:bldP spid="5" grpId="0" build="p"/>
      <p:bldP spid="6" grpId="0" build="p"/>
      <p:bldP spid="7" grpId="0" build="p"/>
      <p:bldP spid="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59C505-F4EB-1610-6D83-B3268E4F7898}"/>
              </a:ext>
            </a:extLst>
          </p:cNvPr>
          <p:cNvSpPr>
            <a:spLocks noGrp="1"/>
          </p:cNvSpPr>
          <p:nvPr>
            <p:ph type="body" sz="quarter" idx="10"/>
          </p:nvPr>
        </p:nvSpPr>
        <p:spPr/>
        <p:txBody>
          <a:bodyPr/>
          <a:lstStyle/>
          <a:p>
            <a:r>
              <a:rPr lang="en-US" dirty="0">
                <a:solidFill>
                  <a:srgbClr val="13EAC1"/>
                </a:solidFill>
              </a:rPr>
              <a:t>Defining</a:t>
            </a:r>
            <a:r>
              <a:rPr lang="en-US" dirty="0"/>
              <a:t> Knowledge Enrichment</a:t>
            </a:r>
          </a:p>
        </p:txBody>
      </p:sp>
      <p:sp>
        <p:nvSpPr>
          <p:cNvPr id="3" name="Text Placeholder 2">
            <a:extLst>
              <a:ext uri="{FF2B5EF4-FFF2-40B4-BE49-F238E27FC236}">
                <a16:creationId xmlns:a16="http://schemas.microsoft.com/office/drawing/2014/main" id="{8849AC08-E0D2-EF2B-9CEF-D10D94C35780}"/>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256038475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65E98-9CEC-728B-31D3-B799971AF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64A9B-8F11-802D-B663-B855F1FA105F}"/>
              </a:ext>
            </a:extLst>
          </p:cNvPr>
          <p:cNvSpPr>
            <a:spLocks noGrp="1"/>
          </p:cNvSpPr>
          <p:nvPr>
            <p:ph type="title"/>
          </p:nvPr>
        </p:nvSpPr>
        <p:spPr>
          <a:xfrm>
            <a:off x="476655" y="624033"/>
            <a:ext cx="9482218" cy="478919"/>
          </a:xfrm>
        </p:spPr>
        <p:txBody>
          <a:bodyPr anchor="t">
            <a:normAutofit/>
          </a:bodyPr>
          <a:lstStyle/>
          <a:p>
            <a:r>
              <a:rPr lang="en-US" dirty="0"/>
              <a:t>KNOWLEDGE ENRICHMENT - DEFINED</a:t>
            </a:r>
          </a:p>
        </p:txBody>
      </p:sp>
      <p:sp>
        <p:nvSpPr>
          <p:cNvPr id="44" name="Text Placeholder 1">
            <a:extLst>
              <a:ext uri="{FF2B5EF4-FFF2-40B4-BE49-F238E27FC236}">
                <a16:creationId xmlns:a16="http://schemas.microsoft.com/office/drawing/2014/main" id="{E6B0F323-0FA8-3B37-BF45-1249E5D904EF}"/>
              </a:ext>
            </a:extLst>
          </p:cNvPr>
          <p:cNvSpPr>
            <a:spLocks noGrp="1"/>
          </p:cNvSpPr>
          <p:nvPr>
            <p:ph sz="quarter" idx="13"/>
          </p:nvPr>
        </p:nvSpPr>
        <p:spPr>
          <a:xfrm>
            <a:off x="476251" y="1516063"/>
            <a:ext cx="4411634" cy="5100867"/>
          </a:xfrm>
        </p:spPr>
        <p:txBody>
          <a:bodyPr>
            <a:normAutofit/>
          </a:bodyPr>
          <a:lstStyle/>
          <a:p>
            <a:pPr marL="0" indent="0">
              <a:buNone/>
            </a:pPr>
            <a:r>
              <a:rPr lang="en-US" b="1" i="1" dirty="0"/>
              <a:t>A Service that..</a:t>
            </a:r>
          </a:p>
          <a:p>
            <a:r>
              <a:rPr lang="en-US" b="1" dirty="0">
                <a:solidFill>
                  <a:srgbClr val="13EAC1"/>
                </a:solidFill>
              </a:rPr>
              <a:t>Adds</a:t>
            </a:r>
            <a:r>
              <a:rPr lang="en-US" dirty="0"/>
              <a:t> intelligence to your content through analyzation &amp; attaching meaningful metadata, context, and relationships</a:t>
            </a:r>
          </a:p>
          <a:p>
            <a:r>
              <a:rPr lang="en-US" b="1" dirty="0">
                <a:solidFill>
                  <a:srgbClr val="13EAC1"/>
                </a:solidFill>
              </a:rPr>
              <a:t>Transforms</a:t>
            </a:r>
            <a:r>
              <a:rPr lang="en-US" dirty="0"/>
              <a:t> raw documents into AI-ready content - easier to search, classify, and act upon</a:t>
            </a:r>
          </a:p>
          <a:p>
            <a:r>
              <a:rPr lang="en-US" b="1" dirty="0">
                <a:solidFill>
                  <a:srgbClr val="13EAC1"/>
                </a:solidFill>
              </a:rPr>
              <a:t>Bridges</a:t>
            </a:r>
            <a:r>
              <a:rPr lang="en-US" dirty="0"/>
              <a:t> the gap between unstructured data and actionable insights</a:t>
            </a:r>
          </a:p>
        </p:txBody>
      </p:sp>
      <p:pic>
        <p:nvPicPr>
          <p:cNvPr id="4" name="Picture 3" descr="3D face graphic">
            <a:extLst>
              <a:ext uri="{FF2B5EF4-FFF2-40B4-BE49-F238E27FC236}">
                <a16:creationId xmlns:a16="http://schemas.microsoft.com/office/drawing/2014/main" id="{EE4C4D01-ED6C-ADBE-AF35-6E2F179CCA16}"/>
              </a:ext>
            </a:extLst>
          </p:cNvPr>
          <p:cNvPicPr>
            <a:picLocks noChangeAspect="1"/>
          </p:cNvPicPr>
          <p:nvPr/>
        </p:nvPicPr>
        <p:blipFill>
          <a:blip r:embed="rId3">
            <a:extLst>
              <a:ext uri="{28A0092B-C50C-407E-A947-70E740481C1C}">
                <a14:useLocalDpi xmlns:a14="http://schemas.microsoft.com/office/drawing/2010/main" val="0"/>
              </a:ext>
            </a:extLst>
          </a:blip>
          <a:srcRect r="-3" b="3264"/>
          <a:stretch>
            <a:fillRect/>
          </a:stretch>
        </p:blipFill>
        <p:spPr>
          <a:xfrm>
            <a:off x="5710238" y="1730375"/>
            <a:ext cx="5616575" cy="3395663"/>
          </a:xfrm>
          <a:prstGeom prst="rect">
            <a:avLst/>
          </a:prstGeom>
          <a:noFill/>
        </p:spPr>
      </p:pic>
    </p:spTree>
    <p:extLst>
      <p:ext uri="{BB962C8B-B14F-4D97-AF65-F5344CB8AC3E}">
        <p14:creationId xmlns:p14="http://schemas.microsoft.com/office/powerpoint/2010/main" val="17590010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fade">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fade">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xEl>
                                              <p:pRg st="2" end="2"/>
                                            </p:txEl>
                                          </p:spTgt>
                                        </p:tgtEl>
                                        <p:attrNameLst>
                                          <p:attrName>style.visibility</p:attrName>
                                        </p:attrNameLst>
                                      </p:cBhvr>
                                      <p:to>
                                        <p:strVal val="visible"/>
                                      </p:to>
                                    </p:set>
                                    <p:animEffect transition="in" filter="fade">
                                      <p:cBhvr>
                                        <p:cTn id="17" dur="500"/>
                                        <p:tgtEl>
                                          <p:spTgt spid="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xEl>
                                              <p:pRg st="3" end="3"/>
                                            </p:txEl>
                                          </p:spTgt>
                                        </p:tgtEl>
                                        <p:attrNameLst>
                                          <p:attrName>style.visibility</p:attrName>
                                        </p:attrNameLst>
                                      </p:cBhvr>
                                      <p:to>
                                        <p:strVal val="visible"/>
                                      </p:to>
                                    </p:set>
                                    <p:animEffect transition="in" filter="fade">
                                      <p:cBhvr>
                                        <p:cTn id="22" dur="500"/>
                                        <p:tgtEl>
                                          <p:spTgt spid="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30E416-E8C1-7240-CA8C-7EDF8D892384}"/>
              </a:ext>
            </a:extLst>
          </p:cNvPr>
          <p:cNvSpPr>
            <a:spLocks noGrp="1"/>
          </p:cNvSpPr>
          <p:nvPr>
            <p:ph type="title"/>
          </p:nvPr>
        </p:nvSpPr>
        <p:spPr>
          <a:xfrm>
            <a:off x="476655" y="365125"/>
            <a:ext cx="11235446" cy="957837"/>
          </a:xfrm>
        </p:spPr>
        <p:txBody>
          <a:bodyPr anchor="t">
            <a:normAutofit/>
          </a:bodyPr>
          <a:lstStyle/>
          <a:p>
            <a:r>
              <a:rPr lang="en-US"/>
              <a:t>TERMINOLOGY</a:t>
            </a:r>
            <a:endParaRPr lang="en-US" dirty="0"/>
          </a:p>
        </p:txBody>
      </p:sp>
      <p:sp>
        <p:nvSpPr>
          <p:cNvPr id="2" name="Text Placeholder 1">
            <a:extLst>
              <a:ext uri="{FF2B5EF4-FFF2-40B4-BE49-F238E27FC236}">
                <a16:creationId xmlns:a16="http://schemas.microsoft.com/office/drawing/2014/main" id="{871ABCB6-6A55-6B10-C391-34C393651C8D}"/>
              </a:ext>
            </a:extLst>
          </p:cNvPr>
          <p:cNvSpPr>
            <a:spLocks noGrp="1"/>
          </p:cNvSpPr>
          <p:nvPr>
            <p:ph sz="quarter" idx="10"/>
          </p:nvPr>
        </p:nvSpPr>
        <p:spPr>
          <a:xfrm>
            <a:off x="476655" y="1237785"/>
            <a:ext cx="10696867" cy="5255090"/>
          </a:xfrm>
        </p:spPr>
        <p:txBody>
          <a:bodyPr>
            <a:noAutofit/>
          </a:bodyPr>
          <a:lstStyle/>
          <a:p>
            <a:r>
              <a:rPr lang="en-US" sz="2000" b="1" dirty="0">
                <a:solidFill>
                  <a:schemeClr val="tx1">
                    <a:lumMod val="85000"/>
                  </a:schemeClr>
                </a:solidFill>
              </a:rPr>
              <a:t>Large Language Model (LLM)</a:t>
            </a:r>
          </a:p>
          <a:p>
            <a:pPr lvl="1"/>
            <a:r>
              <a:rPr lang="en-US" dirty="0">
                <a:solidFill>
                  <a:schemeClr val="tx1">
                    <a:lumMod val="85000"/>
                  </a:schemeClr>
                </a:solidFill>
              </a:rPr>
              <a:t>Artificial intelligence model that's trained on massive amounts of text data to understand, generate, and manipulate human language</a:t>
            </a:r>
          </a:p>
          <a:p>
            <a:r>
              <a:rPr lang="en-US" sz="2000" b="1" dirty="0">
                <a:solidFill>
                  <a:schemeClr val="tx1">
                    <a:lumMod val="85000"/>
                  </a:schemeClr>
                </a:solidFill>
              </a:rPr>
              <a:t>Retrieval-Augmented Generation (RAG)</a:t>
            </a:r>
          </a:p>
          <a:p>
            <a:pPr lvl="1"/>
            <a:r>
              <a:rPr lang="en-US" dirty="0">
                <a:solidFill>
                  <a:schemeClr val="tx1">
                    <a:lumMod val="85000"/>
                  </a:schemeClr>
                </a:solidFill>
              </a:rPr>
              <a:t>Process of optimizing the output of a large language model, so it references an authoritative knowledge base outside of its training data sources before generating a response</a:t>
            </a:r>
          </a:p>
          <a:p>
            <a:pPr lvl="1"/>
            <a:r>
              <a:rPr lang="en-US" b="1" dirty="0">
                <a:solidFill>
                  <a:schemeClr val="tx1">
                    <a:lumMod val="85000"/>
                  </a:schemeClr>
                </a:solidFill>
              </a:rPr>
              <a:t>In Layman Terms: </a:t>
            </a:r>
            <a:r>
              <a:rPr lang="en-US" dirty="0">
                <a:solidFill>
                  <a:schemeClr val="tx1">
                    <a:lumMod val="85000"/>
                  </a:schemeClr>
                </a:solidFill>
              </a:rPr>
              <a:t>RAG combines AI with real-time lookups, so answers are powered by both knowledge it was trained on and the latest information it retrieves</a:t>
            </a:r>
          </a:p>
          <a:p>
            <a:r>
              <a:rPr lang="en-US" sz="2000" b="1" dirty="0">
                <a:solidFill>
                  <a:schemeClr val="tx1">
                    <a:lumMod val="85000"/>
                  </a:schemeClr>
                </a:solidFill>
              </a:rPr>
              <a:t>Vector Database</a:t>
            </a:r>
          </a:p>
          <a:p>
            <a:pPr lvl="1"/>
            <a:r>
              <a:rPr lang="en-US" dirty="0">
                <a:solidFill>
                  <a:schemeClr val="tx1">
                    <a:lumMod val="85000"/>
                  </a:schemeClr>
                </a:solidFill>
              </a:rPr>
              <a:t>A specialized type of database designed to store, manage, and query high-dimensional vectors (embeddings)</a:t>
            </a:r>
          </a:p>
          <a:p>
            <a:r>
              <a:rPr lang="en-US" sz="2000" b="1" dirty="0">
                <a:solidFill>
                  <a:schemeClr val="tx1">
                    <a:lumMod val="85000"/>
                  </a:schemeClr>
                </a:solidFill>
              </a:rPr>
              <a:t>Vector Embeddings</a:t>
            </a:r>
          </a:p>
          <a:p>
            <a:pPr lvl="1"/>
            <a:r>
              <a:rPr lang="en-US" dirty="0">
                <a:solidFill>
                  <a:schemeClr val="tx1">
                    <a:lumMod val="85000"/>
                  </a:schemeClr>
                </a:solidFill>
              </a:rPr>
              <a:t>Numerical representations of data (like text, images, or audio) that capture semantic meaning and relationships</a:t>
            </a:r>
          </a:p>
          <a:p>
            <a:r>
              <a:rPr lang="en-US" sz="2000" b="1" dirty="0">
                <a:solidFill>
                  <a:schemeClr val="tx1">
                    <a:lumMod val="85000"/>
                  </a:schemeClr>
                </a:solidFill>
              </a:rPr>
              <a:t>Chunks</a:t>
            </a:r>
          </a:p>
          <a:p>
            <a:pPr lvl="1"/>
            <a:r>
              <a:rPr lang="en-US" dirty="0">
                <a:solidFill>
                  <a:schemeClr val="tx1">
                    <a:lumMod val="85000"/>
                  </a:schemeClr>
                </a:solidFill>
              </a:rPr>
              <a:t>Units of content that are enriched with metadata, context, or semantic relationships</a:t>
            </a:r>
          </a:p>
        </p:txBody>
      </p:sp>
    </p:spTree>
    <p:extLst>
      <p:ext uri="{BB962C8B-B14F-4D97-AF65-F5344CB8AC3E}">
        <p14:creationId xmlns:p14="http://schemas.microsoft.com/office/powerpoint/2010/main" val="8011999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Placeholder 1">
            <a:extLst>
              <a:ext uri="{FF2B5EF4-FFF2-40B4-BE49-F238E27FC236}">
                <a16:creationId xmlns:a16="http://schemas.microsoft.com/office/drawing/2014/main" id="{BF578F6F-B7D2-868F-6D7F-21E08BC04E02}"/>
              </a:ext>
            </a:extLst>
          </p:cNvPr>
          <p:cNvSpPr>
            <a:spLocks noGrp="1"/>
          </p:cNvSpPr>
          <p:nvPr>
            <p:ph type="body" sz="quarter" idx="10"/>
          </p:nvPr>
        </p:nvSpPr>
        <p:spPr>
          <a:xfrm>
            <a:off x="476250" y="4731952"/>
            <a:ext cx="9240966" cy="1952680"/>
          </a:xfrm>
        </p:spPr>
        <p:txBody>
          <a:bodyPr/>
          <a:lstStyle/>
          <a:p>
            <a:r>
              <a:rPr lang="en-US" sz="2000" dirty="0"/>
              <a:t>Data file to Markdown transformation service</a:t>
            </a:r>
          </a:p>
          <a:p>
            <a:r>
              <a:rPr lang="en-US" sz="2000" dirty="0"/>
              <a:t>Ingestion &amp; embedding service to store information chunks into vector database</a:t>
            </a:r>
          </a:p>
          <a:p>
            <a:r>
              <a:rPr lang="en-US" sz="2000" dirty="0"/>
              <a:t>Architecture to store files and host vector database</a:t>
            </a:r>
          </a:p>
          <a:p>
            <a:r>
              <a:rPr lang="en-US" sz="2000" dirty="0"/>
              <a:t>RAG ingestion and query service / environment</a:t>
            </a:r>
          </a:p>
          <a:p>
            <a:pPr lvl="1"/>
            <a:r>
              <a:rPr lang="en-US" sz="1600" dirty="0"/>
              <a:t>Access to LLM environment</a:t>
            </a:r>
          </a:p>
        </p:txBody>
      </p:sp>
      <p:sp>
        <p:nvSpPr>
          <p:cNvPr id="2" name="Title 1">
            <a:extLst>
              <a:ext uri="{FF2B5EF4-FFF2-40B4-BE49-F238E27FC236}">
                <a16:creationId xmlns:a16="http://schemas.microsoft.com/office/drawing/2014/main" id="{45199A73-DF83-7FA2-7EED-14D5A4B48DD2}"/>
              </a:ext>
            </a:extLst>
          </p:cNvPr>
          <p:cNvSpPr>
            <a:spLocks noGrp="1"/>
          </p:cNvSpPr>
          <p:nvPr>
            <p:ph type="title"/>
          </p:nvPr>
        </p:nvSpPr>
        <p:spPr/>
        <p:txBody>
          <a:bodyPr/>
          <a:lstStyle/>
          <a:p>
            <a:r>
              <a:rPr lang="en-US" dirty="0"/>
              <a:t>A KNOWLEDGE ENRICHMENT PROCESS</a:t>
            </a:r>
          </a:p>
        </p:txBody>
      </p:sp>
      <p:pic>
        <p:nvPicPr>
          <p:cNvPr id="7" name="Graphic 6" descr="Paper with solid fill">
            <a:extLst>
              <a:ext uri="{FF2B5EF4-FFF2-40B4-BE49-F238E27FC236}">
                <a16:creationId xmlns:a16="http://schemas.microsoft.com/office/drawing/2014/main" id="{29C586C6-42D7-FEF0-36E9-661029435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3011" y="2069385"/>
            <a:ext cx="817659" cy="817659"/>
          </a:xfrm>
          <a:prstGeom prst="rect">
            <a:avLst/>
          </a:prstGeom>
        </p:spPr>
      </p:pic>
      <p:sp>
        <p:nvSpPr>
          <p:cNvPr id="8" name="TextBox 7">
            <a:extLst>
              <a:ext uri="{FF2B5EF4-FFF2-40B4-BE49-F238E27FC236}">
                <a16:creationId xmlns:a16="http://schemas.microsoft.com/office/drawing/2014/main" id="{D035EC54-A124-04A8-3236-DA0D6073698E}"/>
              </a:ext>
            </a:extLst>
          </p:cNvPr>
          <p:cNvSpPr txBox="1"/>
          <p:nvPr/>
        </p:nvSpPr>
        <p:spPr>
          <a:xfrm>
            <a:off x="3452862" y="2887044"/>
            <a:ext cx="1217955"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Markdown File</a:t>
            </a:r>
          </a:p>
        </p:txBody>
      </p:sp>
      <p:pic>
        <p:nvPicPr>
          <p:cNvPr id="10" name="Graphic 9" descr="Gears with solid fill">
            <a:extLst>
              <a:ext uri="{FF2B5EF4-FFF2-40B4-BE49-F238E27FC236}">
                <a16:creationId xmlns:a16="http://schemas.microsoft.com/office/drawing/2014/main" id="{9863B419-20D8-B099-2065-337BA334D8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17693" y="1983247"/>
            <a:ext cx="817659" cy="817659"/>
          </a:xfrm>
          <a:prstGeom prst="rect">
            <a:avLst/>
          </a:prstGeom>
        </p:spPr>
      </p:pic>
      <p:sp>
        <p:nvSpPr>
          <p:cNvPr id="11" name="TextBox 10">
            <a:extLst>
              <a:ext uri="{FF2B5EF4-FFF2-40B4-BE49-F238E27FC236}">
                <a16:creationId xmlns:a16="http://schemas.microsoft.com/office/drawing/2014/main" id="{2BF8052E-7A26-EB0F-3499-22A4F78DC934}"/>
              </a:ext>
            </a:extLst>
          </p:cNvPr>
          <p:cNvSpPr txBox="1"/>
          <p:nvPr/>
        </p:nvSpPr>
        <p:spPr>
          <a:xfrm>
            <a:off x="1790418" y="2800906"/>
            <a:ext cx="1272208" cy="612475"/>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Markdown</a:t>
            </a:r>
          </a:p>
          <a:p>
            <a:pPr algn="ctr">
              <a:lnSpc>
                <a:spcPct val="90000"/>
              </a:lnSpc>
              <a:spcBef>
                <a:spcPts val="600"/>
              </a:spcBef>
            </a:pPr>
            <a:r>
              <a:rPr lang="en-US" sz="1600" dirty="0">
                <a:solidFill>
                  <a:schemeClr val="accent1"/>
                </a:solidFill>
              </a:rPr>
              <a:t>Transformer</a:t>
            </a:r>
          </a:p>
        </p:txBody>
      </p:sp>
      <p:pic>
        <p:nvPicPr>
          <p:cNvPr id="20" name="Graphic 19" descr="Paper with solid fill">
            <a:extLst>
              <a:ext uri="{FF2B5EF4-FFF2-40B4-BE49-F238E27FC236}">
                <a16:creationId xmlns:a16="http://schemas.microsoft.com/office/drawing/2014/main" id="{D5061513-8BE3-8B6E-8AAC-89FFAF4654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6222" y="2135647"/>
            <a:ext cx="817659" cy="817659"/>
          </a:xfrm>
          <a:prstGeom prst="rect">
            <a:avLst/>
          </a:prstGeom>
        </p:spPr>
      </p:pic>
      <p:sp>
        <p:nvSpPr>
          <p:cNvPr id="21" name="TextBox 20">
            <a:extLst>
              <a:ext uri="{FF2B5EF4-FFF2-40B4-BE49-F238E27FC236}">
                <a16:creationId xmlns:a16="http://schemas.microsoft.com/office/drawing/2014/main" id="{A49CDD86-7CF0-B75B-889C-45A15136EFD8}"/>
              </a:ext>
            </a:extLst>
          </p:cNvPr>
          <p:cNvSpPr txBox="1"/>
          <p:nvPr/>
        </p:nvSpPr>
        <p:spPr>
          <a:xfrm>
            <a:off x="319126" y="2953306"/>
            <a:ext cx="1217954" cy="757130"/>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Data File (PDF, Word, PPT, </a:t>
            </a:r>
            <a:r>
              <a:rPr lang="en-US" sz="1600" dirty="0" err="1">
                <a:solidFill>
                  <a:schemeClr val="accent1"/>
                </a:solidFill>
              </a:rPr>
              <a:t>etc</a:t>
            </a:r>
            <a:r>
              <a:rPr lang="en-US" sz="1600" dirty="0">
                <a:solidFill>
                  <a:schemeClr val="accent1"/>
                </a:solidFill>
              </a:rPr>
              <a:t>)</a:t>
            </a:r>
          </a:p>
        </p:txBody>
      </p:sp>
      <p:cxnSp>
        <p:nvCxnSpPr>
          <p:cNvPr id="23" name="Straight Arrow Connector 22">
            <a:extLst>
              <a:ext uri="{FF2B5EF4-FFF2-40B4-BE49-F238E27FC236}">
                <a16:creationId xmlns:a16="http://schemas.microsoft.com/office/drawing/2014/main" id="{B8A85E26-ED02-3FD5-37CB-FC0422C90D82}"/>
              </a:ext>
            </a:extLst>
          </p:cNvPr>
          <p:cNvCxnSpPr/>
          <p:nvPr/>
        </p:nvCxnSpPr>
        <p:spPr>
          <a:xfrm>
            <a:off x="1333881" y="2544476"/>
            <a:ext cx="6838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2F0A631-C91A-8860-6BBF-0F0D11D64335}"/>
              </a:ext>
            </a:extLst>
          </p:cNvPr>
          <p:cNvCxnSpPr/>
          <p:nvPr/>
        </p:nvCxnSpPr>
        <p:spPr>
          <a:xfrm>
            <a:off x="2835352" y="2544476"/>
            <a:ext cx="7792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89BF391-BDFD-118E-F5C5-3614CFE1148F}"/>
              </a:ext>
            </a:extLst>
          </p:cNvPr>
          <p:cNvSpPr txBox="1"/>
          <p:nvPr/>
        </p:nvSpPr>
        <p:spPr>
          <a:xfrm>
            <a:off x="4978408" y="2894177"/>
            <a:ext cx="1417991"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Ingestion Service</a:t>
            </a:r>
          </a:p>
        </p:txBody>
      </p:sp>
      <p:pic>
        <p:nvPicPr>
          <p:cNvPr id="6" name="Graphic 5" descr="Database with solid fill">
            <a:extLst>
              <a:ext uri="{FF2B5EF4-FFF2-40B4-BE49-F238E27FC236}">
                <a16:creationId xmlns:a16="http://schemas.microsoft.com/office/drawing/2014/main" id="{E6A6C496-5F06-9E6A-0204-AE171A58FB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85277" y="2069385"/>
            <a:ext cx="810723" cy="810723"/>
          </a:xfrm>
          <a:prstGeom prst="rect">
            <a:avLst/>
          </a:prstGeom>
        </p:spPr>
      </p:pic>
      <p:cxnSp>
        <p:nvCxnSpPr>
          <p:cNvPr id="9" name="Straight Arrow Connector 8">
            <a:extLst>
              <a:ext uri="{FF2B5EF4-FFF2-40B4-BE49-F238E27FC236}">
                <a16:creationId xmlns:a16="http://schemas.microsoft.com/office/drawing/2014/main" id="{A4C70447-7175-F64F-6ED1-A7D15768ED56}"/>
              </a:ext>
            </a:extLst>
          </p:cNvPr>
          <p:cNvCxnSpPr/>
          <p:nvPr/>
        </p:nvCxnSpPr>
        <p:spPr>
          <a:xfrm>
            <a:off x="4470670" y="2544476"/>
            <a:ext cx="7792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76FAF3D-527C-8822-2D3A-5200006A1B9C}"/>
              </a:ext>
            </a:extLst>
          </p:cNvPr>
          <p:cNvSpPr txBox="1"/>
          <p:nvPr/>
        </p:nvSpPr>
        <p:spPr>
          <a:xfrm>
            <a:off x="9547446" y="2881379"/>
            <a:ext cx="1217955"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JSON Response</a:t>
            </a:r>
          </a:p>
        </p:txBody>
      </p:sp>
      <p:sp>
        <p:nvSpPr>
          <p:cNvPr id="16" name="TextBox 15">
            <a:extLst>
              <a:ext uri="{FF2B5EF4-FFF2-40B4-BE49-F238E27FC236}">
                <a16:creationId xmlns:a16="http://schemas.microsoft.com/office/drawing/2014/main" id="{FA2E3BAD-5DCE-D76B-5CE3-E47BD78BB773}"/>
              </a:ext>
            </a:extLst>
          </p:cNvPr>
          <p:cNvSpPr txBox="1"/>
          <p:nvPr/>
        </p:nvSpPr>
        <p:spPr>
          <a:xfrm>
            <a:off x="6586599" y="2968503"/>
            <a:ext cx="1272208" cy="535531"/>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HTTP Queries</a:t>
            </a:r>
          </a:p>
        </p:txBody>
      </p:sp>
      <p:pic>
        <p:nvPicPr>
          <p:cNvPr id="17" name="Graphic 16" descr="Web design with solid fill">
            <a:extLst>
              <a:ext uri="{FF2B5EF4-FFF2-40B4-BE49-F238E27FC236}">
                <a16:creationId xmlns:a16="http://schemas.microsoft.com/office/drawing/2014/main" id="{90269641-1991-9D28-D754-4F022F0041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8201" y="2780002"/>
            <a:ext cx="817659" cy="817659"/>
          </a:xfrm>
          <a:prstGeom prst="rect">
            <a:avLst/>
          </a:prstGeom>
        </p:spPr>
      </p:pic>
      <p:sp>
        <p:nvSpPr>
          <p:cNvPr id="18" name="TextBox 17">
            <a:extLst>
              <a:ext uri="{FF2B5EF4-FFF2-40B4-BE49-F238E27FC236}">
                <a16:creationId xmlns:a16="http://schemas.microsoft.com/office/drawing/2014/main" id="{DF54F819-1677-446F-6E0A-961F08C5ED07}"/>
              </a:ext>
            </a:extLst>
          </p:cNvPr>
          <p:cNvSpPr txBox="1"/>
          <p:nvPr/>
        </p:nvSpPr>
        <p:spPr>
          <a:xfrm>
            <a:off x="8030926" y="3579529"/>
            <a:ext cx="1272208"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LLM</a:t>
            </a:r>
          </a:p>
        </p:txBody>
      </p:sp>
      <p:pic>
        <p:nvPicPr>
          <p:cNvPr id="19" name="Graphic 18" descr="Chat bubble with solid fill">
            <a:extLst>
              <a:ext uri="{FF2B5EF4-FFF2-40B4-BE49-F238E27FC236}">
                <a16:creationId xmlns:a16="http://schemas.microsoft.com/office/drawing/2014/main" id="{8AADB523-0EE9-577F-7892-60033221A3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20034" y="2154970"/>
            <a:ext cx="805339" cy="805339"/>
          </a:xfrm>
          <a:prstGeom prst="rect">
            <a:avLst/>
          </a:prstGeom>
        </p:spPr>
      </p:pic>
      <p:pic>
        <p:nvPicPr>
          <p:cNvPr id="24" name="Graphic 23" descr="Web design with solid fill">
            <a:extLst>
              <a:ext uri="{FF2B5EF4-FFF2-40B4-BE49-F238E27FC236}">
                <a16:creationId xmlns:a16="http://schemas.microsoft.com/office/drawing/2014/main" id="{16480606-8CEF-4211-E5DC-5A394E2755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6684" y="1165588"/>
            <a:ext cx="817659" cy="817659"/>
          </a:xfrm>
          <a:prstGeom prst="rect">
            <a:avLst/>
          </a:prstGeom>
        </p:spPr>
      </p:pic>
      <p:sp>
        <p:nvSpPr>
          <p:cNvPr id="26" name="TextBox 25">
            <a:extLst>
              <a:ext uri="{FF2B5EF4-FFF2-40B4-BE49-F238E27FC236}">
                <a16:creationId xmlns:a16="http://schemas.microsoft.com/office/drawing/2014/main" id="{F6F80117-3CBE-8268-EDF4-7D140B822E96}"/>
              </a:ext>
            </a:extLst>
          </p:cNvPr>
          <p:cNvSpPr txBox="1"/>
          <p:nvPr/>
        </p:nvSpPr>
        <p:spPr>
          <a:xfrm>
            <a:off x="8029409" y="1965115"/>
            <a:ext cx="1272208"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RAG</a:t>
            </a:r>
          </a:p>
        </p:txBody>
      </p:sp>
      <p:cxnSp>
        <p:nvCxnSpPr>
          <p:cNvPr id="27" name="Straight Arrow Connector 26">
            <a:extLst>
              <a:ext uri="{FF2B5EF4-FFF2-40B4-BE49-F238E27FC236}">
                <a16:creationId xmlns:a16="http://schemas.microsoft.com/office/drawing/2014/main" id="{20324E07-B0EC-6120-D27F-BFC60C066DA1}"/>
              </a:ext>
            </a:extLst>
          </p:cNvPr>
          <p:cNvCxnSpPr>
            <a:cxnSpLocks/>
            <a:stCxn id="26" idx="2"/>
          </p:cNvCxnSpPr>
          <p:nvPr/>
        </p:nvCxnSpPr>
        <p:spPr>
          <a:xfrm>
            <a:off x="8665513" y="2279047"/>
            <a:ext cx="0" cy="50372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Diamond 27">
            <a:extLst>
              <a:ext uri="{FF2B5EF4-FFF2-40B4-BE49-F238E27FC236}">
                <a16:creationId xmlns:a16="http://schemas.microsoft.com/office/drawing/2014/main" id="{9B129EEF-F43C-4983-EF00-20C75E328BD4}"/>
              </a:ext>
            </a:extLst>
          </p:cNvPr>
          <p:cNvSpPr/>
          <p:nvPr/>
        </p:nvSpPr>
        <p:spPr>
          <a:xfrm>
            <a:off x="8580118" y="2435543"/>
            <a:ext cx="191337" cy="191337"/>
          </a:xfrm>
          <a:prstGeom prst="diamon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pic>
        <p:nvPicPr>
          <p:cNvPr id="30" name="Graphic 29" descr="Morse Code with solid fill">
            <a:extLst>
              <a:ext uri="{FF2B5EF4-FFF2-40B4-BE49-F238E27FC236}">
                <a16:creationId xmlns:a16="http://schemas.microsoft.com/office/drawing/2014/main" id="{1A9ECD70-517A-57D1-951B-4C0B20E17E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83747" y="2136024"/>
            <a:ext cx="745354" cy="745354"/>
          </a:xfrm>
          <a:prstGeom prst="rect">
            <a:avLst/>
          </a:prstGeom>
        </p:spPr>
      </p:pic>
      <p:cxnSp>
        <p:nvCxnSpPr>
          <p:cNvPr id="32" name="Straight Arrow Connector 31">
            <a:extLst>
              <a:ext uri="{FF2B5EF4-FFF2-40B4-BE49-F238E27FC236}">
                <a16:creationId xmlns:a16="http://schemas.microsoft.com/office/drawing/2014/main" id="{D0F16DF7-2659-D148-92A9-2A2934E0762E}"/>
              </a:ext>
            </a:extLst>
          </p:cNvPr>
          <p:cNvCxnSpPr/>
          <p:nvPr/>
        </p:nvCxnSpPr>
        <p:spPr>
          <a:xfrm>
            <a:off x="7625373" y="2530196"/>
            <a:ext cx="7792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55898D9-3801-811D-F7AB-B4072A3ACA11}"/>
              </a:ext>
            </a:extLst>
          </p:cNvPr>
          <p:cNvCxnSpPr/>
          <p:nvPr/>
        </p:nvCxnSpPr>
        <p:spPr>
          <a:xfrm>
            <a:off x="8937988" y="2527781"/>
            <a:ext cx="7792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442B86E-3248-A0BF-B30A-9449F9870D4D}"/>
              </a:ext>
            </a:extLst>
          </p:cNvPr>
          <p:cNvCxnSpPr>
            <a:cxnSpLocks/>
          </p:cNvCxnSpPr>
          <p:nvPr/>
        </p:nvCxnSpPr>
        <p:spPr>
          <a:xfrm>
            <a:off x="6471267" y="1489530"/>
            <a:ext cx="0" cy="2403931"/>
          </a:xfrm>
          <a:prstGeom prst="line">
            <a:avLst/>
          </a:prstGeom>
        </p:spPr>
        <p:style>
          <a:lnRef idx="2">
            <a:schemeClr val="accent1"/>
          </a:lnRef>
          <a:fillRef idx="0">
            <a:schemeClr val="accent1"/>
          </a:fillRef>
          <a:effectRef idx="1">
            <a:schemeClr val="accent1"/>
          </a:effectRef>
          <a:fontRef idx="minor">
            <a:schemeClr val="tx1"/>
          </a:fontRef>
        </p:style>
      </p:cxnSp>
      <p:sp>
        <p:nvSpPr>
          <p:cNvPr id="40" name="Text Placeholder 1">
            <a:extLst>
              <a:ext uri="{FF2B5EF4-FFF2-40B4-BE49-F238E27FC236}">
                <a16:creationId xmlns:a16="http://schemas.microsoft.com/office/drawing/2014/main" id="{AEB0F3AD-E6A1-937F-2DCB-AEF205CECB39}"/>
              </a:ext>
            </a:extLst>
          </p:cNvPr>
          <p:cNvSpPr txBox="1">
            <a:spLocks/>
          </p:cNvSpPr>
          <p:nvPr/>
        </p:nvSpPr>
        <p:spPr>
          <a:xfrm>
            <a:off x="695794" y="1216039"/>
            <a:ext cx="4923132" cy="46335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b="1" dirty="0"/>
              <a:t>Document Ingestion</a:t>
            </a:r>
          </a:p>
        </p:txBody>
      </p:sp>
      <p:sp>
        <p:nvSpPr>
          <p:cNvPr id="41" name="Text Placeholder 1">
            <a:extLst>
              <a:ext uri="{FF2B5EF4-FFF2-40B4-BE49-F238E27FC236}">
                <a16:creationId xmlns:a16="http://schemas.microsoft.com/office/drawing/2014/main" id="{3373F192-60A4-1238-A711-6A5861CCD5C4}"/>
              </a:ext>
            </a:extLst>
          </p:cNvPr>
          <p:cNvSpPr txBox="1">
            <a:spLocks/>
          </p:cNvSpPr>
          <p:nvPr/>
        </p:nvSpPr>
        <p:spPr>
          <a:xfrm>
            <a:off x="6214220" y="4109514"/>
            <a:ext cx="4923132" cy="46335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b="1" dirty="0"/>
              <a:t>Information Retrieval</a:t>
            </a:r>
          </a:p>
        </p:txBody>
      </p:sp>
    </p:spTree>
    <p:extLst>
      <p:ext uri="{BB962C8B-B14F-4D97-AF65-F5344CB8AC3E}">
        <p14:creationId xmlns:p14="http://schemas.microsoft.com/office/powerpoint/2010/main" val="3743605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fade">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fade">
                                      <p:cBhvr>
                                        <p:cTn id="12" dur="500"/>
                                        <p:tgtEl>
                                          <p:spTgt spid="44">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4">
                                            <p:txEl>
                                              <p:pRg st="2" end="2"/>
                                            </p:txEl>
                                          </p:spTgt>
                                        </p:tgtEl>
                                        <p:attrNameLst>
                                          <p:attrName>style.visibility</p:attrName>
                                        </p:attrNameLst>
                                      </p:cBhvr>
                                      <p:to>
                                        <p:strVal val="visible"/>
                                      </p:to>
                                    </p:set>
                                    <p:animEffect transition="in" filter="fade">
                                      <p:cBhvr>
                                        <p:cTn id="16" dur="500"/>
                                        <p:tgtEl>
                                          <p:spTgt spid="4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4">
                                            <p:txEl>
                                              <p:pRg st="3" end="3"/>
                                            </p:txEl>
                                          </p:spTgt>
                                        </p:tgtEl>
                                        <p:attrNameLst>
                                          <p:attrName>style.visibility</p:attrName>
                                        </p:attrNameLst>
                                      </p:cBhvr>
                                      <p:to>
                                        <p:strVal val="visible"/>
                                      </p:to>
                                    </p:set>
                                    <p:animEffect transition="in" filter="fade">
                                      <p:cBhvr>
                                        <p:cTn id="21" dur="500"/>
                                        <p:tgtEl>
                                          <p:spTgt spid="44">
                                            <p:txEl>
                                              <p:pRg st="3" end="3"/>
                                            </p:txEl>
                                          </p:spTgt>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44">
                                            <p:txEl>
                                              <p:pRg st="4" end="4"/>
                                            </p:txEl>
                                          </p:spTgt>
                                        </p:tgtEl>
                                        <p:attrNameLst>
                                          <p:attrName>style.visibility</p:attrName>
                                        </p:attrNameLst>
                                      </p:cBhvr>
                                      <p:to>
                                        <p:strVal val="visible"/>
                                      </p:to>
                                    </p:set>
                                    <p:animEffect transition="in" filter="fade">
                                      <p:cBhvr>
                                        <p:cTn id="25" dur="500"/>
                                        <p:tgtEl>
                                          <p:spTgt spid="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81AEC-7F3A-599C-5647-CB5778DE5E1A}"/>
            </a:ext>
          </a:extLst>
        </p:cNvPr>
        <p:cNvGrpSpPr/>
        <p:nvPr/>
      </p:nvGrpSpPr>
      <p:grpSpPr>
        <a:xfrm>
          <a:off x="0" y="0"/>
          <a:ext cx="0" cy="0"/>
          <a:chOff x="0" y="0"/>
          <a:chExt cx="0" cy="0"/>
        </a:xfrm>
      </p:grpSpPr>
      <p:sp>
        <p:nvSpPr>
          <p:cNvPr id="44" name="Text Placeholder 1">
            <a:extLst>
              <a:ext uri="{FF2B5EF4-FFF2-40B4-BE49-F238E27FC236}">
                <a16:creationId xmlns:a16="http://schemas.microsoft.com/office/drawing/2014/main" id="{E8D50CDF-4A27-CB91-69FA-84FA7DA6B9B9}"/>
              </a:ext>
            </a:extLst>
          </p:cNvPr>
          <p:cNvSpPr>
            <a:spLocks noGrp="1"/>
          </p:cNvSpPr>
          <p:nvPr>
            <p:ph type="body" sz="quarter" idx="10"/>
          </p:nvPr>
        </p:nvSpPr>
        <p:spPr>
          <a:xfrm>
            <a:off x="476249" y="1695795"/>
            <a:ext cx="9263651" cy="4975339"/>
          </a:xfrm>
        </p:spPr>
        <p:txBody>
          <a:bodyPr/>
          <a:lstStyle/>
          <a:p>
            <a:r>
              <a:rPr lang="en-US" dirty="0">
                <a:solidFill>
                  <a:srgbClr val="13EAC1"/>
                </a:solidFill>
              </a:rPr>
              <a:t>Fully managed</a:t>
            </a:r>
            <a:r>
              <a:rPr lang="en-US" dirty="0"/>
              <a:t> Software as a Service</a:t>
            </a:r>
            <a:endParaRPr lang="en-US" b="1" dirty="0">
              <a:solidFill>
                <a:srgbClr val="13EAC1"/>
              </a:solidFill>
            </a:endParaRPr>
          </a:p>
          <a:p>
            <a:r>
              <a:rPr lang="en-US" dirty="0"/>
              <a:t>API Environment - Drop-in, </a:t>
            </a:r>
            <a:r>
              <a:rPr lang="en-US" dirty="0">
                <a:solidFill>
                  <a:srgbClr val="13EAC1"/>
                </a:solidFill>
              </a:rPr>
              <a:t>HTTP-anywhere</a:t>
            </a:r>
          </a:p>
          <a:p>
            <a:r>
              <a:rPr lang="en-US" dirty="0">
                <a:solidFill>
                  <a:srgbClr val="13EAC1"/>
                </a:solidFill>
              </a:rPr>
              <a:t>Broad format</a:t>
            </a:r>
            <a:r>
              <a:rPr lang="en-US" dirty="0"/>
              <a:t> + multimodal support</a:t>
            </a:r>
          </a:p>
          <a:p>
            <a:r>
              <a:rPr lang="en-US" dirty="0"/>
              <a:t>Keeping the </a:t>
            </a:r>
            <a:r>
              <a:rPr lang="en-US" dirty="0">
                <a:solidFill>
                  <a:srgbClr val="13EAC1"/>
                </a:solidFill>
              </a:rPr>
              <a:t>developer</a:t>
            </a:r>
            <a:r>
              <a:rPr lang="en-US" dirty="0"/>
              <a:t> in mind</a:t>
            </a:r>
          </a:p>
          <a:p>
            <a:r>
              <a:rPr lang="en-US" dirty="0">
                <a:solidFill>
                  <a:srgbClr val="13EAC1"/>
                </a:solidFill>
              </a:rPr>
              <a:t>AI-driven</a:t>
            </a:r>
            <a:r>
              <a:rPr lang="en-US" dirty="0"/>
              <a:t> ecosystem</a:t>
            </a:r>
          </a:p>
          <a:p>
            <a:pPr marL="0" indent="0">
              <a:buNone/>
            </a:pPr>
            <a:endParaRPr lang="en-US" dirty="0"/>
          </a:p>
          <a:p>
            <a:pPr marL="0" indent="0" algn="ctr">
              <a:buNone/>
            </a:pPr>
            <a:r>
              <a:rPr lang="en-US" dirty="0"/>
              <a:t>No updates! </a:t>
            </a:r>
          </a:p>
          <a:p>
            <a:pPr marL="0" indent="0" algn="ctr">
              <a:buNone/>
            </a:pPr>
            <a:r>
              <a:rPr lang="en-US" dirty="0"/>
              <a:t>No runtime environments! </a:t>
            </a:r>
          </a:p>
          <a:p>
            <a:pPr marL="0" indent="0" algn="ctr">
              <a:buNone/>
            </a:pPr>
            <a:r>
              <a:rPr lang="en-US" dirty="0"/>
              <a:t>No availability or security concerns!</a:t>
            </a:r>
          </a:p>
          <a:p>
            <a:pPr marL="0" indent="0" algn="ctr">
              <a:buNone/>
            </a:pPr>
            <a:r>
              <a:rPr lang="en-US" sz="4000" b="1" i="1" dirty="0">
                <a:solidFill>
                  <a:srgbClr val="13EAC1"/>
                </a:solidFill>
              </a:rPr>
              <a:t>No worries!</a:t>
            </a:r>
            <a:endParaRPr lang="en-US" sz="4000" i="1" dirty="0"/>
          </a:p>
        </p:txBody>
      </p:sp>
      <p:sp>
        <p:nvSpPr>
          <p:cNvPr id="2" name="Title 1">
            <a:extLst>
              <a:ext uri="{FF2B5EF4-FFF2-40B4-BE49-F238E27FC236}">
                <a16:creationId xmlns:a16="http://schemas.microsoft.com/office/drawing/2014/main" id="{021CB0BD-6A6F-8B4C-8907-23C91A711FD1}"/>
              </a:ext>
            </a:extLst>
          </p:cNvPr>
          <p:cNvSpPr>
            <a:spLocks noGrp="1"/>
          </p:cNvSpPr>
          <p:nvPr>
            <p:ph type="title"/>
          </p:nvPr>
        </p:nvSpPr>
        <p:spPr>
          <a:xfrm>
            <a:off x="476655" y="365125"/>
            <a:ext cx="11235446" cy="957837"/>
          </a:xfrm>
        </p:spPr>
        <p:txBody>
          <a:bodyPr/>
          <a:lstStyle/>
          <a:p>
            <a:r>
              <a:rPr lang="en-US" dirty="0"/>
              <a:t>HYLAND’S KNOWLEDGE ENRICHMENT</a:t>
            </a:r>
            <a:br>
              <a:rPr lang="en-US" dirty="0"/>
            </a:br>
            <a:r>
              <a:rPr lang="en-US" sz="2800" i="1" dirty="0">
                <a:solidFill>
                  <a:srgbClr val="13EAC1"/>
                </a:solidFill>
              </a:rPr>
              <a:t>Service</a:t>
            </a:r>
            <a:endParaRPr lang="en-US" sz="2800" dirty="0"/>
          </a:p>
        </p:txBody>
      </p:sp>
    </p:spTree>
    <p:extLst>
      <p:ext uri="{BB962C8B-B14F-4D97-AF65-F5344CB8AC3E}">
        <p14:creationId xmlns:p14="http://schemas.microsoft.com/office/powerpoint/2010/main" val="2900885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fade">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fade">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xEl>
                                              <p:pRg st="2" end="2"/>
                                            </p:txEl>
                                          </p:spTgt>
                                        </p:tgtEl>
                                        <p:attrNameLst>
                                          <p:attrName>style.visibility</p:attrName>
                                        </p:attrNameLst>
                                      </p:cBhvr>
                                      <p:to>
                                        <p:strVal val="visible"/>
                                      </p:to>
                                    </p:set>
                                    <p:animEffect transition="in" filter="fade">
                                      <p:cBhvr>
                                        <p:cTn id="17" dur="500"/>
                                        <p:tgtEl>
                                          <p:spTgt spid="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xEl>
                                              <p:pRg st="3" end="3"/>
                                            </p:txEl>
                                          </p:spTgt>
                                        </p:tgtEl>
                                        <p:attrNameLst>
                                          <p:attrName>style.visibility</p:attrName>
                                        </p:attrNameLst>
                                      </p:cBhvr>
                                      <p:to>
                                        <p:strVal val="visible"/>
                                      </p:to>
                                    </p:set>
                                    <p:animEffect transition="in" filter="fade">
                                      <p:cBhvr>
                                        <p:cTn id="22" dur="500"/>
                                        <p:tgtEl>
                                          <p:spTgt spid="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
                                            <p:txEl>
                                              <p:pRg st="4" end="4"/>
                                            </p:txEl>
                                          </p:spTgt>
                                        </p:tgtEl>
                                        <p:attrNameLst>
                                          <p:attrName>style.visibility</p:attrName>
                                        </p:attrNameLst>
                                      </p:cBhvr>
                                      <p:to>
                                        <p:strVal val="visible"/>
                                      </p:to>
                                    </p:set>
                                    <p:animEffect transition="in" filter="fade">
                                      <p:cBhvr>
                                        <p:cTn id="27" dur="500"/>
                                        <p:tgtEl>
                                          <p:spTgt spid="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nodeType="clickEffect">
                                  <p:stCondLst>
                                    <p:cond delay="0"/>
                                  </p:stCondLst>
                                  <p:childTnLst>
                                    <p:set>
                                      <p:cBhvr>
                                        <p:cTn id="31" dur="1" fill="hold">
                                          <p:stCondLst>
                                            <p:cond delay="0"/>
                                          </p:stCondLst>
                                        </p:cTn>
                                        <p:tgtEl>
                                          <p:spTgt spid="44">
                                            <p:txEl>
                                              <p:pRg st="6" end="6"/>
                                            </p:txEl>
                                          </p:spTgt>
                                        </p:tgtEl>
                                        <p:attrNameLst>
                                          <p:attrName>style.visibility</p:attrName>
                                        </p:attrNameLst>
                                      </p:cBhvr>
                                      <p:to>
                                        <p:strVal val="visible"/>
                                      </p:to>
                                    </p:set>
                                    <p:anim calcmode="lin" valueType="num">
                                      <p:cBhvr additive="base">
                                        <p:cTn id="32" dur="500"/>
                                        <p:tgtEl>
                                          <p:spTgt spid="44">
                                            <p:txEl>
                                              <p:pRg st="6" end="6"/>
                                            </p:txEl>
                                          </p:spTgt>
                                        </p:tgtEl>
                                        <p:attrNameLst>
                                          <p:attrName>ppt_y</p:attrName>
                                        </p:attrNameLst>
                                      </p:cBhvr>
                                      <p:tavLst>
                                        <p:tav tm="0">
                                          <p:val>
                                            <p:strVal val="#ppt_y-#ppt_h*1.125000"/>
                                          </p:val>
                                        </p:tav>
                                        <p:tav tm="100000">
                                          <p:val>
                                            <p:strVal val="#ppt_y"/>
                                          </p:val>
                                        </p:tav>
                                      </p:tavLst>
                                    </p:anim>
                                    <p:animEffect transition="in" filter="wipe(down)">
                                      <p:cBhvr>
                                        <p:cTn id="33" dur="500"/>
                                        <p:tgtEl>
                                          <p:spTgt spid="44">
                                            <p:txEl>
                                              <p:pRg st="6" end="6"/>
                                            </p:txEl>
                                          </p:spTgt>
                                        </p:tgtEl>
                                      </p:cBhvr>
                                    </p:animEffect>
                                  </p:childTnLst>
                                </p:cTn>
                              </p:par>
                            </p:childTnLst>
                          </p:cTn>
                        </p:par>
                        <p:par>
                          <p:cTn id="34" fill="hold">
                            <p:stCondLst>
                              <p:cond delay="500"/>
                            </p:stCondLst>
                            <p:childTnLst>
                              <p:par>
                                <p:cTn id="35" presetID="12" presetClass="entr" presetSubtype="1" fill="hold" nodeType="afterEffect">
                                  <p:stCondLst>
                                    <p:cond delay="0"/>
                                  </p:stCondLst>
                                  <p:childTnLst>
                                    <p:set>
                                      <p:cBhvr>
                                        <p:cTn id="36" dur="1" fill="hold">
                                          <p:stCondLst>
                                            <p:cond delay="0"/>
                                          </p:stCondLst>
                                        </p:cTn>
                                        <p:tgtEl>
                                          <p:spTgt spid="44">
                                            <p:txEl>
                                              <p:pRg st="7" end="7"/>
                                            </p:txEl>
                                          </p:spTgt>
                                        </p:tgtEl>
                                        <p:attrNameLst>
                                          <p:attrName>style.visibility</p:attrName>
                                        </p:attrNameLst>
                                      </p:cBhvr>
                                      <p:to>
                                        <p:strVal val="visible"/>
                                      </p:to>
                                    </p:set>
                                    <p:anim calcmode="lin" valueType="num">
                                      <p:cBhvr additive="base">
                                        <p:cTn id="37" dur="500"/>
                                        <p:tgtEl>
                                          <p:spTgt spid="44">
                                            <p:txEl>
                                              <p:pRg st="7" end="7"/>
                                            </p:txEl>
                                          </p:spTgt>
                                        </p:tgtEl>
                                        <p:attrNameLst>
                                          <p:attrName>ppt_y</p:attrName>
                                        </p:attrNameLst>
                                      </p:cBhvr>
                                      <p:tavLst>
                                        <p:tav tm="0">
                                          <p:val>
                                            <p:strVal val="#ppt_y-#ppt_h*1.125000"/>
                                          </p:val>
                                        </p:tav>
                                        <p:tav tm="100000">
                                          <p:val>
                                            <p:strVal val="#ppt_y"/>
                                          </p:val>
                                        </p:tav>
                                      </p:tavLst>
                                    </p:anim>
                                    <p:animEffect transition="in" filter="wipe(down)">
                                      <p:cBhvr>
                                        <p:cTn id="38" dur="500"/>
                                        <p:tgtEl>
                                          <p:spTgt spid="44">
                                            <p:txEl>
                                              <p:pRg st="7" end="7"/>
                                            </p:txEl>
                                          </p:spTgt>
                                        </p:tgtEl>
                                      </p:cBhvr>
                                    </p:animEffect>
                                  </p:childTnLst>
                                </p:cTn>
                              </p:par>
                            </p:childTnLst>
                          </p:cTn>
                        </p:par>
                        <p:par>
                          <p:cTn id="39" fill="hold">
                            <p:stCondLst>
                              <p:cond delay="1000"/>
                            </p:stCondLst>
                            <p:childTnLst>
                              <p:par>
                                <p:cTn id="40" presetID="12" presetClass="entr" presetSubtype="1" fill="hold" nodeType="afterEffect">
                                  <p:stCondLst>
                                    <p:cond delay="0"/>
                                  </p:stCondLst>
                                  <p:childTnLst>
                                    <p:set>
                                      <p:cBhvr>
                                        <p:cTn id="41" dur="1" fill="hold">
                                          <p:stCondLst>
                                            <p:cond delay="0"/>
                                          </p:stCondLst>
                                        </p:cTn>
                                        <p:tgtEl>
                                          <p:spTgt spid="44">
                                            <p:txEl>
                                              <p:pRg st="8" end="8"/>
                                            </p:txEl>
                                          </p:spTgt>
                                        </p:tgtEl>
                                        <p:attrNameLst>
                                          <p:attrName>style.visibility</p:attrName>
                                        </p:attrNameLst>
                                      </p:cBhvr>
                                      <p:to>
                                        <p:strVal val="visible"/>
                                      </p:to>
                                    </p:set>
                                    <p:anim calcmode="lin" valueType="num">
                                      <p:cBhvr additive="base">
                                        <p:cTn id="42" dur="500"/>
                                        <p:tgtEl>
                                          <p:spTgt spid="44">
                                            <p:txEl>
                                              <p:pRg st="8" end="8"/>
                                            </p:txEl>
                                          </p:spTgt>
                                        </p:tgtEl>
                                        <p:attrNameLst>
                                          <p:attrName>ppt_y</p:attrName>
                                        </p:attrNameLst>
                                      </p:cBhvr>
                                      <p:tavLst>
                                        <p:tav tm="0">
                                          <p:val>
                                            <p:strVal val="#ppt_y-#ppt_h*1.125000"/>
                                          </p:val>
                                        </p:tav>
                                        <p:tav tm="100000">
                                          <p:val>
                                            <p:strVal val="#ppt_y"/>
                                          </p:val>
                                        </p:tav>
                                      </p:tavLst>
                                    </p:anim>
                                    <p:animEffect transition="in" filter="wipe(down)">
                                      <p:cBhvr>
                                        <p:cTn id="43" dur="500"/>
                                        <p:tgtEl>
                                          <p:spTgt spid="44">
                                            <p:txEl>
                                              <p:pRg st="8" end="8"/>
                                            </p:txEl>
                                          </p:spTgt>
                                        </p:tgtEl>
                                      </p:cBhvr>
                                    </p:animEffect>
                                  </p:childTnLst>
                                </p:cTn>
                              </p:par>
                            </p:childTnLst>
                          </p:cTn>
                        </p:par>
                        <p:par>
                          <p:cTn id="44" fill="hold">
                            <p:stCondLst>
                              <p:cond delay="1500"/>
                            </p:stCondLst>
                            <p:childTnLst>
                              <p:par>
                                <p:cTn id="45" presetID="12" presetClass="entr" presetSubtype="1" fill="hold" nodeType="afterEffect">
                                  <p:stCondLst>
                                    <p:cond delay="0"/>
                                  </p:stCondLst>
                                  <p:childTnLst>
                                    <p:set>
                                      <p:cBhvr>
                                        <p:cTn id="46" dur="1" fill="hold">
                                          <p:stCondLst>
                                            <p:cond delay="0"/>
                                          </p:stCondLst>
                                        </p:cTn>
                                        <p:tgtEl>
                                          <p:spTgt spid="44">
                                            <p:txEl>
                                              <p:pRg st="9" end="9"/>
                                            </p:txEl>
                                          </p:spTgt>
                                        </p:tgtEl>
                                        <p:attrNameLst>
                                          <p:attrName>style.visibility</p:attrName>
                                        </p:attrNameLst>
                                      </p:cBhvr>
                                      <p:to>
                                        <p:strVal val="visible"/>
                                      </p:to>
                                    </p:set>
                                    <p:anim calcmode="lin" valueType="num">
                                      <p:cBhvr additive="base">
                                        <p:cTn id="47" dur="500"/>
                                        <p:tgtEl>
                                          <p:spTgt spid="44">
                                            <p:txEl>
                                              <p:pRg st="9" end="9"/>
                                            </p:txEl>
                                          </p:spTgt>
                                        </p:tgtEl>
                                        <p:attrNameLst>
                                          <p:attrName>ppt_y</p:attrName>
                                        </p:attrNameLst>
                                      </p:cBhvr>
                                      <p:tavLst>
                                        <p:tav tm="0">
                                          <p:val>
                                            <p:strVal val="#ppt_y-#ppt_h*1.125000"/>
                                          </p:val>
                                        </p:tav>
                                        <p:tav tm="100000">
                                          <p:val>
                                            <p:strVal val="#ppt_y"/>
                                          </p:val>
                                        </p:tav>
                                      </p:tavLst>
                                    </p:anim>
                                    <p:animEffect transition="in" filter="wipe(down)">
                                      <p:cBhvr>
                                        <p:cTn id="48" dur="500"/>
                                        <p:tgtEl>
                                          <p:spTgt spid="4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33019E-8C9A-828D-7936-557E0893415D}"/>
              </a:ext>
            </a:extLst>
          </p:cNvPr>
          <p:cNvSpPr>
            <a:spLocks noGrp="1"/>
          </p:cNvSpPr>
          <p:nvPr>
            <p:ph type="body" sz="quarter" idx="10"/>
          </p:nvPr>
        </p:nvSpPr>
        <p:spPr>
          <a:xfrm>
            <a:off x="476250" y="1600200"/>
            <a:ext cx="5910263" cy="4578351"/>
          </a:xfrm>
        </p:spPr>
        <p:txBody>
          <a:bodyPr/>
          <a:lstStyle/>
          <a:p>
            <a:r>
              <a:rPr lang="en-US" sz="2000" b="1" dirty="0">
                <a:solidFill>
                  <a:srgbClr val="13EAC1"/>
                </a:solidFill>
              </a:rPr>
              <a:t>Built for Integration:</a:t>
            </a:r>
            <a:r>
              <a:rPr lang="en-US" sz="2000" dirty="0"/>
              <a:t> Incorporate KE capabilities directly into existing applications, workflows, and business systems.</a:t>
            </a:r>
          </a:p>
          <a:p>
            <a:pPr lvl="0"/>
            <a:r>
              <a:rPr lang="en-US" sz="2000" b="1" dirty="0">
                <a:solidFill>
                  <a:srgbClr val="13EAC1"/>
                </a:solidFill>
              </a:rPr>
              <a:t>No Separate UI Required:</a:t>
            </a:r>
            <a:r>
              <a:rPr lang="en-US" sz="2000" dirty="0">
                <a:solidFill>
                  <a:srgbClr val="13EAC1"/>
                </a:solidFill>
              </a:rPr>
              <a:t> </a:t>
            </a:r>
            <a:r>
              <a:rPr lang="en-US" sz="2000" dirty="0"/>
              <a:t>Enrich content behind the scenes without requiring users to learn another application.</a:t>
            </a:r>
          </a:p>
          <a:p>
            <a:pPr lvl="0"/>
            <a:r>
              <a:rPr lang="en-US" sz="2000" b="1" dirty="0">
                <a:solidFill>
                  <a:srgbClr val="13EAC1"/>
                </a:solidFill>
              </a:rPr>
              <a:t>Flexible &amp; Customizable:</a:t>
            </a:r>
            <a:r>
              <a:rPr lang="en-US" sz="2000" dirty="0">
                <a:solidFill>
                  <a:srgbClr val="13EAC1"/>
                </a:solidFill>
              </a:rPr>
              <a:t> </a:t>
            </a:r>
            <a:r>
              <a:rPr lang="en-US" sz="2000" dirty="0"/>
              <a:t>Developers control when, where, and how enrichment capabilities are used.</a:t>
            </a:r>
          </a:p>
          <a:p>
            <a:pPr lvl="0"/>
            <a:r>
              <a:rPr lang="en-US" sz="2000" b="1" dirty="0">
                <a:solidFill>
                  <a:srgbClr val="13EAC1"/>
                </a:solidFill>
              </a:rPr>
              <a:t>Automate at Scale: </a:t>
            </a:r>
            <a:r>
              <a:rPr lang="en-US" sz="2000" dirty="0"/>
              <a:t>Process large volumes of content automatically without manual intervention.</a:t>
            </a:r>
          </a:p>
          <a:p>
            <a:pPr lvl="0"/>
            <a:r>
              <a:rPr lang="en-US" sz="2000" b="1" dirty="0">
                <a:solidFill>
                  <a:srgbClr val="13EAC1"/>
                </a:solidFill>
              </a:rPr>
              <a:t>Enable Smarter Solutions:</a:t>
            </a:r>
            <a:r>
              <a:rPr lang="en-US" sz="2000" dirty="0">
                <a:solidFill>
                  <a:srgbClr val="13EAC1"/>
                </a:solidFill>
              </a:rPr>
              <a:t> </a:t>
            </a:r>
            <a:r>
              <a:rPr lang="en-US" sz="2000" dirty="0"/>
              <a:t>Use enriched information to power AI, improve search, drive automation, and support business decisions.</a:t>
            </a:r>
          </a:p>
          <a:p>
            <a:pPr marL="0" indent="0">
              <a:buNone/>
            </a:pPr>
            <a:endParaRPr lang="en-US" sz="2000" dirty="0"/>
          </a:p>
        </p:txBody>
      </p:sp>
      <p:sp>
        <p:nvSpPr>
          <p:cNvPr id="3" name="Title 2">
            <a:extLst>
              <a:ext uri="{FF2B5EF4-FFF2-40B4-BE49-F238E27FC236}">
                <a16:creationId xmlns:a16="http://schemas.microsoft.com/office/drawing/2014/main" id="{A9F1DB5B-296A-325C-280D-605871460B29}"/>
              </a:ext>
            </a:extLst>
          </p:cNvPr>
          <p:cNvSpPr>
            <a:spLocks noGrp="1"/>
          </p:cNvSpPr>
          <p:nvPr>
            <p:ph type="title"/>
          </p:nvPr>
        </p:nvSpPr>
        <p:spPr/>
        <p:txBody>
          <a:bodyPr/>
          <a:lstStyle/>
          <a:p>
            <a:r>
              <a:rPr lang="en-US" dirty="0"/>
              <a:t>Knowledge Enrichment is an </a:t>
            </a:r>
            <a:r>
              <a:rPr lang="en-US" dirty="0">
                <a:solidFill>
                  <a:srgbClr val="13EAC1"/>
                </a:solidFill>
              </a:rPr>
              <a:t>API Environment</a:t>
            </a:r>
          </a:p>
        </p:txBody>
      </p:sp>
      <p:grpSp>
        <p:nvGrpSpPr>
          <p:cNvPr id="19" name="Group 18">
            <a:extLst>
              <a:ext uri="{FF2B5EF4-FFF2-40B4-BE49-F238E27FC236}">
                <a16:creationId xmlns:a16="http://schemas.microsoft.com/office/drawing/2014/main" id="{B95C8AE7-44AA-54A7-51F5-D803F63A4E3C}"/>
              </a:ext>
            </a:extLst>
          </p:cNvPr>
          <p:cNvGrpSpPr/>
          <p:nvPr/>
        </p:nvGrpSpPr>
        <p:grpSpPr>
          <a:xfrm>
            <a:off x="6642079" y="1601468"/>
            <a:ext cx="3386160" cy="3343628"/>
            <a:chOff x="6642079" y="1601468"/>
            <a:chExt cx="3386160" cy="3343628"/>
          </a:xfrm>
        </p:grpSpPr>
        <p:pic>
          <p:nvPicPr>
            <p:cNvPr id="5" name="Graphic 4" descr="Monitor with solid fill">
              <a:extLst>
                <a:ext uri="{FF2B5EF4-FFF2-40B4-BE49-F238E27FC236}">
                  <a16:creationId xmlns:a16="http://schemas.microsoft.com/office/drawing/2014/main" id="{F38AFE5A-4E82-5DF6-1391-534CF7183F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4125" y="3689064"/>
              <a:ext cx="914400" cy="914400"/>
            </a:xfrm>
            <a:prstGeom prst="rect">
              <a:avLst/>
            </a:prstGeom>
          </p:spPr>
        </p:pic>
        <p:pic>
          <p:nvPicPr>
            <p:cNvPr id="7" name="Graphic 6" descr="Presentation with pie chart with solid fill">
              <a:extLst>
                <a:ext uri="{FF2B5EF4-FFF2-40B4-BE49-F238E27FC236}">
                  <a16:creationId xmlns:a16="http://schemas.microsoft.com/office/drawing/2014/main" id="{D98C9BBC-6EDF-8BCC-FDB5-2912F60B75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3839" y="3689064"/>
              <a:ext cx="914400" cy="914400"/>
            </a:xfrm>
            <a:prstGeom prst="rect">
              <a:avLst/>
            </a:prstGeom>
          </p:spPr>
        </p:pic>
        <p:pic>
          <p:nvPicPr>
            <p:cNvPr id="9" name="Graphic 8" descr="Server with solid fill">
              <a:extLst>
                <a:ext uri="{FF2B5EF4-FFF2-40B4-BE49-F238E27FC236}">
                  <a16:creationId xmlns:a16="http://schemas.microsoft.com/office/drawing/2014/main" id="{D666265C-14E5-881A-79DA-9E5F3FBC4D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04125" y="2028825"/>
              <a:ext cx="914400" cy="914400"/>
            </a:xfrm>
            <a:prstGeom prst="rect">
              <a:avLst/>
            </a:prstGeom>
          </p:spPr>
        </p:pic>
        <p:sp>
          <p:nvSpPr>
            <p:cNvPr id="10" name="TextBox 9">
              <a:extLst>
                <a:ext uri="{FF2B5EF4-FFF2-40B4-BE49-F238E27FC236}">
                  <a16:creationId xmlns:a16="http://schemas.microsoft.com/office/drawing/2014/main" id="{BF2CFDC0-171C-7073-5DD1-D4DD3050FD15}"/>
                </a:ext>
              </a:extLst>
            </p:cNvPr>
            <p:cNvSpPr txBox="1"/>
            <p:nvPr/>
          </p:nvSpPr>
          <p:spPr>
            <a:xfrm>
              <a:off x="6972299" y="4603464"/>
              <a:ext cx="1778051" cy="341632"/>
            </a:xfrm>
            <a:prstGeom prst="rect">
              <a:avLst/>
            </a:prstGeom>
            <a:noFill/>
          </p:spPr>
          <p:txBody>
            <a:bodyPr wrap="none" rtlCol="0">
              <a:spAutoFit/>
            </a:bodyPr>
            <a:lstStyle/>
            <a:p>
              <a:pPr algn="ctr">
                <a:lnSpc>
                  <a:spcPct val="90000"/>
                </a:lnSpc>
                <a:spcBef>
                  <a:spcPts val="600"/>
                </a:spcBef>
              </a:pPr>
              <a:r>
                <a:rPr lang="en-US" dirty="0">
                  <a:solidFill>
                    <a:schemeClr val="tx1">
                      <a:lumMod val="85000"/>
                    </a:schemeClr>
                  </a:solidFill>
                </a:rPr>
                <a:t>Your Application</a:t>
              </a:r>
            </a:p>
          </p:txBody>
        </p:sp>
        <p:sp>
          <p:nvSpPr>
            <p:cNvPr id="11" name="TextBox 10">
              <a:extLst>
                <a:ext uri="{FF2B5EF4-FFF2-40B4-BE49-F238E27FC236}">
                  <a16:creationId xmlns:a16="http://schemas.microsoft.com/office/drawing/2014/main" id="{4E894095-E73F-0B56-0EFC-124AEEC138E0}"/>
                </a:ext>
              </a:extLst>
            </p:cNvPr>
            <p:cNvSpPr txBox="1"/>
            <p:nvPr/>
          </p:nvSpPr>
          <p:spPr>
            <a:xfrm>
              <a:off x="6642079" y="1601468"/>
              <a:ext cx="2438489" cy="341632"/>
            </a:xfrm>
            <a:prstGeom prst="rect">
              <a:avLst/>
            </a:prstGeom>
            <a:noFill/>
          </p:spPr>
          <p:txBody>
            <a:bodyPr wrap="none" rtlCol="0">
              <a:spAutoFit/>
            </a:bodyPr>
            <a:lstStyle/>
            <a:p>
              <a:pPr algn="ctr">
                <a:lnSpc>
                  <a:spcPct val="90000"/>
                </a:lnSpc>
                <a:spcBef>
                  <a:spcPts val="600"/>
                </a:spcBef>
              </a:pPr>
              <a:r>
                <a:rPr lang="en-US" dirty="0">
                  <a:solidFill>
                    <a:schemeClr val="tx1">
                      <a:lumMod val="85000"/>
                    </a:schemeClr>
                  </a:solidFill>
                </a:rPr>
                <a:t>Knowledge Enrichment</a:t>
              </a:r>
            </a:p>
          </p:txBody>
        </p:sp>
        <p:sp>
          <p:nvSpPr>
            <p:cNvPr id="12" name="TextBox 11">
              <a:extLst>
                <a:ext uri="{FF2B5EF4-FFF2-40B4-BE49-F238E27FC236}">
                  <a16:creationId xmlns:a16="http://schemas.microsoft.com/office/drawing/2014/main" id="{D0BA2F8C-08EC-FD1F-CDB8-3FD2FD49217D}"/>
                </a:ext>
              </a:extLst>
            </p:cNvPr>
            <p:cNvSpPr txBox="1"/>
            <p:nvPr/>
          </p:nvSpPr>
          <p:spPr>
            <a:xfrm>
              <a:off x="9128449" y="4603464"/>
              <a:ext cx="885179" cy="341632"/>
            </a:xfrm>
            <a:prstGeom prst="rect">
              <a:avLst/>
            </a:prstGeom>
            <a:noFill/>
          </p:spPr>
          <p:txBody>
            <a:bodyPr wrap="none" rtlCol="0">
              <a:spAutoFit/>
            </a:bodyPr>
            <a:lstStyle/>
            <a:p>
              <a:pPr algn="ctr">
                <a:lnSpc>
                  <a:spcPct val="90000"/>
                </a:lnSpc>
                <a:spcBef>
                  <a:spcPts val="600"/>
                </a:spcBef>
              </a:pPr>
              <a:r>
                <a:rPr lang="en-US" dirty="0">
                  <a:solidFill>
                    <a:schemeClr val="tx1">
                      <a:lumMod val="85000"/>
                    </a:schemeClr>
                  </a:solidFill>
                </a:rPr>
                <a:t>Results</a:t>
              </a:r>
            </a:p>
          </p:txBody>
        </p:sp>
        <p:cxnSp>
          <p:nvCxnSpPr>
            <p:cNvPr id="14" name="Straight Arrow Connector 13">
              <a:extLst>
                <a:ext uri="{FF2B5EF4-FFF2-40B4-BE49-F238E27FC236}">
                  <a16:creationId xmlns:a16="http://schemas.microsoft.com/office/drawing/2014/main" id="{F56773F7-E289-CF69-1B5B-14A5E0AA7271}"/>
                </a:ext>
              </a:extLst>
            </p:cNvPr>
            <p:cNvCxnSpPr>
              <a:endCxn id="5" idx="0"/>
            </p:cNvCxnSpPr>
            <p:nvPr/>
          </p:nvCxnSpPr>
          <p:spPr>
            <a:xfrm>
              <a:off x="7861323" y="2943225"/>
              <a:ext cx="2" cy="74583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53BDDF6-D0ED-26AD-8CCF-7D4299631D68}"/>
                </a:ext>
              </a:extLst>
            </p:cNvPr>
            <p:cNvCxnSpPr>
              <a:cxnSpLocks/>
              <a:stCxn id="5" idx="3"/>
              <a:endCxn id="7" idx="1"/>
            </p:cNvCxnSpPr>
            <p:nvPr/>
          </p:nvCxnSpPr>
          <p:spPr>
            <a:xfrm>
              <a:off x="8318525" y="4146264"/>
              <a:ext cx="7953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36171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fade">
                                      <p:cBhvr>
                                        <p:cTn id="11" dur="500"/>
                                        <p:tgtEl>
                                          <p:spTgt spid="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500"/>
                                        <p:tgtEl>
                                          <p:spTgt spid="2">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500"/>
                                        <p:tgtEl>
                                          <p:spTgt spid="2">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fade">
                                      <p:cBhvr>
                                        <p:cTn id="23" dur="500"/>
                                        <p:tgtEl>
                                          <p:spTgt spid="2">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3FCB-B4CA-5424-71DF-AA64A0429A7A}"/>
              </a:ext>
            </a:extLst>
          </p:cNvPr>
          <p:cNvSpPr>
            <a:spLocks noGrp="1"/>
          </p:cNvSpPr>
          <p:nvPr>
            <p:ph type="title"/>
          </p:nvPr>
        </p:nvSpPr>
        <p:spPr>
          <a:xfrm>
            <a:off x="483292" y="1516063"/>
            <a:ext cx="2841799" cy="2085989"/>
          </a:xfrm>
        </p:spPr>
        <p:txBody>
          <a:bodyPr/>
          <a:lstStyle/>
          <a:p>
            <a:r>
              <a:rPr lang="en-US" dirty="0"/>
              <a:t>What can this service </a:t>
            </a:r>
            <a:r>
              <a:rPr lang="en-US" i="1" dirty="0">
                <a:solidFill>
                  <a:srgbClr val="13EAC1"/>
                </a:solidFill>
              </a:rPr>
              <a:t>really</a:t>
            </a:r>
            <a:r>
              <a:rPr lang="en-US" dirty="0"/>
              <a:t> do?</a:t>
            </a:r>
          </a:p>
        </p:txBody>
      </p:sp>
      <p:sp>
        <p:nvSpPr>
          <p:cNvPr id="3" name="Text Placeholder 2">
            <a:extLst>
              <a:ext uri="{FF2B5EF4-FFF2-40B4-BE49-F238E27FC236}">
                <a16:creationId xmlns:a16="http://schemas.microsoft.com/office/drawing/2014/main" id="{881CE29D-59D0-A9E3-2167-757773FDDA58}"/>
              </a:ext>
            </a:extLst>
          </p:cNvPr>
          <p:cNvSpPr>
            <a:spLocks noGrp="1"/>
          </p:cNvSpPr>
          <p:nvPr>
            <p:ph type="body" sz="quarter" idx="12"/>
          </p:nvPr>
        </p:nvSpPr>
        <p:spPr/>
        <p:txBody>
          <a:bodyPr/>
          <a:lstStyle/>
          <a:p>
            <a:r>
              <a:rPr lang="en-US" sz="3600" b="1" dirty="0"/>
              <a:t>Hyland’s Knowledge Enrichment </a:t>
            </a:r>
            <a:r>
              <a:rPr lang="en-US" sz="3600" b="1" dirty="0">
                <a:solidFill>
                  <a:srgbClr val="13EAC1"/>
                </a:solidFill>
              </a:rPr>
              <a:t>Capabilities</a:t>
            </a:r>
          </a:p>
        </p:txBody>
      </p:sp>
    </p:spTree>
    <p:extLst>
      <p:ext uri="{BB962C8B-B14F-4D97-AF65-F5344CB8AC3E}">
        <p14:creationId xmlns:p14="http://schemas.microsoft.com/office/powerpoint/2010/main" val="332393988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00A09DD7-AEB6-D161-23D1-D93D3982EE4E}"/>
              </a:ext>
            </a:extLst>
          </p:cNvPr>
          <p:cNvSpPr>
            <a:spLocks noGrp="1"/>
          </p:cNvSpPr>
          <p:nvPr>
            <p:ph type="body" sz="quarter" idx="10"/>
          </p:nvPr>
        </p:nvSpPr>
        <p:spPr>
          <a:xfrm>
            <a:off x="476250" y="1670223"/>
            <a:ext cx="8543060" cy="828778"/>
          </a:xfrm>
        </p:spPr>
        <p:txBody>
          <a:bodyPr/>
          <a:lstStyle/>
          <a:p>
            <a:pPr marL="0" indent="0">
              <a:buNone/>
            </a:pPr>
            <a:r>
              <a:rPr lang="en-US" sz="2000" dirty="0">
                <a:solidFill>
                  <a:srgbClr val="13EAC1"/>
                </a:solidFill>
              </a:rPr>
              <a:t>Transforms</a:t>
            </a:r>
            <a:r>
              <a:rPr lang="en-US" sz="2000" dirty="0"/>
              <a:t> raw, unstructured content into </a:t>
            </a:r>
            <a:r>
              <a:rPr lang="en-US" sz="2000" dirty="0">
                <a:solidFill>
                  <a:srgbClr val="13EAC1"/>
                </a:solidFill>
              </a:rPr>
              <a:t>structured, enriched</a:t>
            </a:r>
            <a:r>
              <a:rPr lang="en-US" sz="2000" dirty="0"/>
              <a:t> data ready for AI, automation, analytics &amp; solution-building</a:t>
            </a:r>
            <a:br>
              <a:rPr lang="en-US" sz="2000" dirty="0"/>
            </a:br>
            <a:endParaRPr lang="en-US" sz="2000" b="1" dirty="0"/>
          </a:p>
        </p:txBody>
      </p:sp>
      <p:sp>
        <p:nvSpPr>
          <p:cNvPr id="5" name="Title 1">
            <a:extLst>
              <a:ext uri="{FF2B5EF4-FFF2-40B4-BE49-F238E27FC236}">
                <a16:creationId xmlns:a16="http://schemas.microsoft.com/office/drawing/2014/main" id="{7A416A50-82A5-8A96-288E-EBDE932B01AA}"/>
              </a:ext>
            </a:extLst>
          </p:cNvPr>
          <p:cNvSpPr txBox="1">
            <a:spLocks/>
          </p:cNvSpPr>
          <p:nvPr/>
        </p:nvSpPr>
        <p:spPr>
          <a:xfrm>
            <a:off x="476655" y="365125"/>
            <a:ext cx="11235446" cy="707217"/>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a:t>HYLAND’S KNOWLEDGE ENRIGHMENT</a:t>
            </a:r>
            <a:br>
              <a:rPr lang="en-US"/>
            </a:br>
            <a:r>
              <a:rPr lang="en-US" sz="2800" i="1">
                <a:solidFill>
                  <a:srgbClr val="13EAC1"/>
                </a:solidFill>
              </a:rPr>
              <a:t>Capabilities</a:t>
            </a:r>
            <a:endParaRPr lang="en-US" sz="2800" i="1" dirty="0">
              <a:solidFill>
                <a:srgbClr val="13EAC1"/>
              </a:solidFill>
            </a:endParaRPr>
          </a:p>
        </p:txBody>
      </p:sp>
      <p:grpSp>
        <p:nvGrpSpPr>
          <p:cNvPr id="6" name="Group 5">
            <a:extLst>
              <a:ext uri="{FF2B5EF4-FFF2-40B4-BE49-F238E27FC236}">
                <a16:creationId xmlns:a16="http://schemas.microsoft.com/office/drawing/2014/main" id="{8D7A7293-D3C3-3411-A160-A074036DCB65}"/>
              </a:ext>
            </a:extLst>
          </p:cNvPr>
          <p:cNvGrpSpPr/>
          <p:nvPr/>
        </p:nvGrpSpPr>
        <p:grpSpPr>
          <a:xfrm>
            <a:off x="1661818" y="2483628"/>
            <a:ext cx="6031855" cy="1422753"/>
            <a:chOff x="1661818" y="2483628"/>
            <a:chExt cx="6031855" cy="1422753"/>
          </a:xfrm>
        </p:grpSpPr>
        <p:pic>
          <p:nvPicPr>
            <p:cNvPr id="9" name="Graphic 8" descr="Document with solid fill">
              <a:extLst>
                <a:ext uri="{FF2B5EF4-FFF2-40B4-BE49-F238E27FC236}">
                  <a16:creationId xmlns:a16="http://schemas.microsoft.com/office/drawing/2014/main" id="{69ED42A2-7312-F0E9-B468-B3D4B87E84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1818" y="2483628"/>
              <a:ext cx="992496" cy="992496"/>
            </a:xfrm>
            <a:prstGeom prst="rect">
              <a:avLst/>
            </a:prstGeom>
          </p:spPr>
        </p:pic>
        <p:pic>
          <p:nvPicPr>
            <p:cNvPr id="11" name="Graphic 10" descr="Robot with solid fill">
              <a:extLst>
                <a:ext uri="{FF2B5EF4-FFF2-40B4-BE49-F238E27FC236}">
                  <a16:creationId xmlns:a16="http://schemas.microsoft.com/office/drawing/2014/main" id="{202DD247-4A1D-8A6F-1B82-02A5C15FC8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8041" y="3072462"/>
              <a:ext cx="469233" cy="469233"/>
            </a:xfrm>
            <a:prstGeom prst="rect">
              <a:avLst/>
            </a:prstGeom>
          </p:spPr>
        </p:pic>
        <p:pic>
          <p:nvPicPr>
            <p:cNvPr id="13" name="Graphic 12" descr="Pie chart with solid fill">
              <a:extLst>
                <a:ext uri="{FF2B5EF4-FFF2-40B4-BE49-F238E27FC236}">
                  <a16:creationId xmlns:a16="http://schemas.microsoft.com/office/drawing/2014/main" id="{B4FB163A-FC4C-F771-29C7-963F0499E7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48239" y="2962230"/>
              <a:ext cx="944151" cy="944151"/>
            </a:xfrm>
            <a:prstGeom prst="rect">
              <a:avLst/>
            </a:prstGeom>
          </p:spPr>
        </p:pic>
        <p:pic>
          <p:nvPicPr>
            <p:cNvPr id="15" name="Graphic 14" descr="Table with solid fill">
              <a:extLst>
                <a:ext uri="{FF2B5EF4-FFF2-40B4-BE49-F238E27FC236}">
                  <a16:creationId xmlns:a16="http://schemas.microsoft.com/office/drawing/2014/main" id="{8B284A66-5585-5E84-45C7-AD6BDF79622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2925" y="2807648"/>
              <a:ext cx="1060748" cy="1060748"/>
            </a:xfrm>
            <a:prstGeom prst="rect">
              <a:avLst/>
            </a:prstGeom>
          </p:spPr>
        </p:pic>
        <p:cxnSp>
          <p:nvCxnSpPr>
            <p:cNvPr id="16" name="Straight Arrow Connector 15">
              <a:extLst>
                <a:ext uri="{FF2B5EF4-FFF2-40B4-BE49-F238E27FC236}">
                  <a16:creationId xmlns:a16="http://schemas.microsoft.com/office/drawing/2014/main" id="{FE27A136-EF79-17CB-43B8-F7D4FABBC55B}"/>
                </a:ext>
              </a:extLst>
            </p:cNvPr>
            <p:cNvCxnSpPr>
              <a:cxnSpLocks/>
            </p:cNvCxnSpPr>
            <p:nvPr/>
          </p:nvCxnSpPr>
          <p:spPr>
            <a:xfrm>
              <a:off x="3382028" y="3366654"/>
              <a:ext cx="1123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DED628F-AB1C-661F-39BB-0BCF3528B6C3}"/>
                </a:ext>
              </a:extLst>
            </p:cNvPr>
            <p:cNvCxnSpPr>
              <a:cxnSpLocks/>
            </p:cNvCxnSpPr>
            <p:nvPr/>
          </p:nvCxnSpPr>
          <p:spPr>
            <a:xfrm>
              <a:off x="5419857" y="3366654"/>
              <a:ext cx="11234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Text Placeholder 1">
            <a:extLst>
              <a:ext uri="{FF2B5EF4-FFF2-40B4-BE49-F238E27FC236}">
                <a16:creationId xmlns:a16="http://schemas.microsoft.com/office/drawing/2014/main" id="{8B026EDA-6C44-A902-2D70-2F9D8C74D6DC}"/>
              </a:ext>
            </a:extLst>
          </p:cNvPr>
          <p:cNvSpPr txBox="1">
            <a:spLocks/>
          </p:cNvSpPr>
          <p:nvPr/>
        </p:nvSpPr>
        <p:spPr>
          <a:xfrm>
            <a:off x="476250" y="4234307"/>
            <a:ext cx="8543060" cy="225856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3EAC1"/>
                </a:solidFill>
              </a:rPr>
              <a:t>Business Objective:</a:t>
            </a:r>
            <a:r>
              <a:rPr lang="en-US" sz="2000" dirty="0">
                <a:solidFill>
                  <a:srgbClr val="13EAC1"/>
                </a:solidFill>
              </a:rPr>
              <a:t> </a:t>
            </a:r>
            <a:r>
              <a:rPr lang="en-US" sz="2000" dirty="0"/>
              <a:t>Reduce the time and cost of processing insurance claims</a:t>
            </a:r>
            <a:endParaRPr lang="en-US" sz="2000" b="1" dirty="0"/>
          </a:p>
          <a:p>
            <a:pPr marL="0" indent="0">
              <a:buNone/>
            </a:pPr>
            <a:r>
              <a:rPr lang="en-US" sz="2000" b="1" dirty="0">
                <a:solidFill>
                  <a:srgbClr val="13EAC1"/>
                </a:solidFill>
              </a:rPr>
              <a:t>Practical Example:</a:t>
            </a:r>
            <a:r>
              <a:rPr lang="en-US" sz="2000" dirty="0">
                <a:solidFill>
                  <a:srgbClr val="13EAC1"/>
                </a:solidFill>
              </a:rPr>
              <a:t> </a:t>
            </a:r>
            <a:r>
              <a:rPr lang="en-US" sz="2000" dirty="0"/>
              <a:t>Analyzes incoming claim documents and photographs to extract specific data, identify document types, and generate descriptions of damaged property.</a:t>
            </a:r>
          </a:p>
          <a:p>
            <a:pPr marL="0" indent="0">
              <a:buNone/>
            </a:pPr>
            <a:r>
              <a:rPr lang="en-US" sz="2000" b="1" dirty="0">
                <a:solidFill>
                  <a:srgbClr val="13EAC1"/>
                </a:solidFill>
              </a:rPr>
              <a:t>Business Outcome:</a:t>
            </a:r>
            <a:r>
              <a:rPr lang="en-US" sz="2000" dirty="0"/>
              <a:t> Structured claim information can automatically populate claims systems, trigger workflows, and help adjusters process claims faster.</a:t>
            </a:r>
          </a:p>
          <a:p>
            <a:pPr marL="0" indent="0">
              <a:buNone/>
            </a:pPr>
            <a:endParaRPr lang="en-US" sz="2000" b="1" dirty="0"/>
          </a:p>
        </p:txBody>
      </p:sp>
    </p:spTree>
    <p:extLst>
      <p:ext uri="{BB962C8B-B14F-4D97-AF65-F5344CB8AC3E}">
        <p14:creationId xmlns:p14="http://schemas.microsoft.com/office/powerpoint/2010/main" val="2891292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51122-2A3B-9C42-5789-9D5DAD8D8F8A}"/>
            </a:ext>
          </a:extLst>
        </p:cNvPr>
        <p:cNvGrpSpPr/>
        <p:nvPr/>
      </p:nvGrpSpPr>
      <p:grpSpPr>
        <a:xfrm>
          <a:off x="0" y="0"/>
          <a:ext cx="0" cy="0"/>
          <a:chOff x="0" y="0"/>
          <a:chExt cx="0" cy="0"/>
        </a:xfrm>
      </p:grpSpPr>
      <p:pic>
        <p:nvPicPr>
          <p:cNvPr id="14" name="Graphic 13" descr="List outline">
            <a:extLst>
              <a:ext uri="{FF2B5EF4-FFF2-40B4-BE49-F238E27FC236}">
                <a16:creationId xmlns:a16="http://schemas.microsoft.com/office/drawing/2014/main" id="{419951E0-6554-2A0D-EA7D-D59642F363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7438" y="2216725"/>
            <a:ext cx="1414372" cy="1414372"/>
          </a:xfrm>
          <a:prstGeom prst="rect">
            <a:avLst/>
          </a:prstGeom>
        </p:spPr>
      </p:pic>
      <p:sp>
        <p:nvSpPr>
          <p:cNvPr id="4" name="Text Placeholder 1">
            <a:extLst>
              <a:ext uri="{FF2B5EF4-FFF2-40B4-BE49-F238E27FC236}">
                <a16:creationId xmlns:a16="http://schemas.microsoft.com/office/drawing/2014/main" id="{96DF15AD-4F61-DA33-7BDF-578C8CE0183E}"/>
              </a:ext>
            </a:extLst>
          </p:cNvPr>
          <p:cNvSpPr>
            <a:spLocks noGrp="1"/>
          </p:cNvSpPr>
          <p:nvPr>
            <p:ph type="body" sz="quarter" idx="10"/>
          </p:nvPr>
        </p:nvSpPr>
        <p:spPr>
          <a:xfrm>
            <a:off x="476249" y="1664996"/>
            <a:ext cx="9332769" cy="590883"/>
          </a:xfrm>
        </p:spPr>
        <p:txBody>
          <a:bodyPr/>
          <a:lstStyle/>
          <a:p>
            <a:pPr marL="0" indent="0">
              <a:buNone/>
            </a:pPr>
            <a:r>
              <a:rPr lang="en-US" sz="2000" dirty="0">
                <a:solidFill>
                  <a:srgbClr val="13EAC1"/>
                </a:solidFill>
              </a:rPr>
              <a:t>Extract key entities</a:t>
            </a:r>
            <a:r>
              <a:rPr lang="en-US" sz="2000" dirty="0"/>
              <a:t> from documents (names, IDs, dates) to surface what matters fast.</a:t>
            </a:r>
            <a:endParaRPr lang="en-US" sz="2000" b="1" dirty="0"/>
          </a:p>
        </p:txBody>
      </p:sp>
      <p:sp>
        <p:nvSpPr>
          <p:cNvPr id="5" name="Title 1">
            <a:extLst>
              <a:ext uri="{FF2B5EF4-FFF2-40B4-BE49-F238E27FC236}">
                <a16:creationId xmlns:a16="http://schemas.microsoft.com/office/drawing/2014/main" id="{26019C9D-1E0F-A5C6-A576-BABF6EF5F298}"/>
              </a:ext>
            </a:extLst>
          </p:cNvPr>
          <p:cNvSpPr txBox="1">
            <a:spLocks/>
          </p:cNvSpPr>
          <p:nvPr/>
        </p:nvSpPr>
        <p:spPr>
          <a:xfrm>
            <a:off x="476655" y="365125"/>
            <a:ext cx="11235446" cy="707217"/>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dirty="0"/>
              <a:t>HYLAND’S KNOWLEDGE ENRIGHMENT</a:t>
            </a:r>
            <a:br>
              <a:rPr lang="en-US" dirty="0"/>
            </a:br>
            <a:r>
              <a:rPr lang="en-US" sz="2800" i="1" dirty="0">
                <a:solidFill>
                  <a:srgbClr val="13EAC1"/>
                </a:solidFill>
              </a:rPr>
              <a:t>Capabilities</a:t>
            </a:r>
          </a:p>
        </p:txBody>
      </p:sp>
      <p:grpSp>
        <p:nvGrpSpPr>
          <p:cNvPr id="28" name="Group 27">
            <a:extLst>
              <a:ext uri="{FF2B5EF4-FFF2-40B4-BE49-F238E27FC236}">
                <a16:creationId xmlns:a16="http://schemas.microsoft.com/office/drawing/2014/main" id="{E5755113-F36A-3CD9-3843-3D463F365D92}"/>
              </a:ext>
            </a:extLst>
          </p:cNvPr>
          <p:cNvGrpSpPr/>
          <p:nvPr/>
        </p:nvGrpSpPr>
        <p:grpSpPr>
          <a:xfrm>
            <a:off x="3040484" y="2510187"/>
            <a:ext cx="2563836" cy="626394"/>
            <a:chOff x="2463046" y="3178926"/>
            <a:chExt cx="3707767" cy="996466"/>
          </a:xfrm>
        </p:grpSpPr>
        <p:sp>
          <p:nvSpPr>
            <p:cNvPr id="8" name="Rectangle 7">
              <a:extLst>
                <a:ext uri="{FF2B5EF4-FFF2-40B4-BE49-F238E27FC236}">
                  <a16:creationId xmlns:a16="http://schemas.microsoft.com/office/drawing/2014/main" id="{6C9F342D-692C-E02D-B2F3-A5F8C3CE8391}"/>
                </a:ext>
              </a:extLst>
            </p:cNvPr>
            <p:cNvSpPr/>
            <p:nvPr/>
          </p:nvSpPr>
          <p:spPr>
            <a:xfrm>
              <a:off x="2463046" y="3178926"/>
              <a:ext cx="1161301" cy="362296"/>
            </a:xfrm>
            <a:prstGeom prst="rect">
              <a:avLst/>
            </a:prstGeom>
            <a:noFill/>
            <a:ln w="28575">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0" name="Rectangle 9">
              <a:extLst>
                <a:ext uri="{FF2B5EF4-FFF2-40B4-BE49-F238E27FC236}">
                  <a16:creationId xmlns:a16="http://schemas.microsoft.com/office/drawing/2014/main" id="{6D4D0A4B-E9D7-8F2F-AE38-1CFAC882C7BB}"/>
                </a:ext>
              </a:extLst>
            </p:cNvPr>
            <p:cNvSpPr/>
            <p:nvPr/>
          </p:nvSpPr>
          <p:spPr>
            <a:xfrm>
              <a:off x="2496557" y="3813096"/>
              <a:ext cx="739834" cy="362296"/>
            </a:xfrm>
            <a:prstGeom prst="rect">
              <a:avLst/>
            </a:prstGeom>
            <a:noFill/>
            <a:ln w="28575">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cxnSp>
          <p:nvCxnSpPr>
            <p:cNvPr id="21" name="Elbow Connector 20">
              <a:extLst>
                <a:ext uri="{FF2B5EF4-FFF2-40B4-BE49-F238E27FC236}">
                  <a16:creationId xmlns:a16="http://schemas.microsoft.com/office/drawing/2014/main" id="{A33E1EA7-818D-18A1-00A5-FA243725A259}"/>
                </a:ext>
              </a:extLst>
            </p:cNvPr>
            <p:cNvCxnSpPr>
              <a:cxnSpLocks/>
              <a:stCxn id="8" idx="3"/>
            </p:cNvCxnSpPr>
            <p:nvPr/>
          </p:nvCxnSpPr>
          <p:spPr>
            <a:xfrm>
              <a:off x="3624347" y="3360075"/>
              <a:ext cx="2546466" cy="4928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697D5D41-B412-C0A6-BF5E-9BB70C4FB814}"/>
                </a:ext>
              </a:extLst>
            </p:cNvPr>
            <p:cNvCxnSpPr>
              <a:cxnSpLocks/>
              <a:stCxn id="10" idx="3"/>
            </p:cNvCxnSpPr>
            <p:nvPr/>
          </p:nvCxnSpPr>
          <p:spPr>
            <a:xfrm flipV="1">
              <a:off x="3236390" y="3852948"/>
              <a:ext cx="2566574" cy="141296"/>
            </a:xfrm>
            <a:prstGeom prst="bentConnector3">
              <a:avLst>
                <a:gd name="adj1" fmla="val 64822"/>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9" name="Group 28">
            <a:extLst>
              <a:ext uri="{FF2B5EF4-FFF2-40B4-BE49-F238E27FC236}">
                <a16:creationId xmlns:a16="http://schemas.microsoft.com/office/drawing/2014/main" id="{B5F6A644-494E-13C2-1EF7-59DB9DC5F6B4}"/>
              </a:ext>
            </a:extLst>
          </p:cNvPr>
          <p:cNvGrpSpPr/>
          <p:nvPr/>
        </p:nvGrpSpPr>
        <p:grpSpPr>
          <a:xfrm>
            <a:off x="5604320" y="2394533"/>
            <a:ext cx="1636281" cy="1116517"/>
            <a:chOff x="6170813" y="3079743"/>
            <a:chExt cx="2366357" cy="1776153"/>
          </a:xfrm>
        </p:grpSpPr>
        <p:pic>
          <p:nvPicPr>
            <p:cNvPr id="3" name="Graphic 2" descr="Table outline">
              <a:extLst>
                <a:ext uri="{FF2B5EF4-FFF2-40B4-BE49-F238E27FC236}">
                  <a16:creationId xmlns:a16="http://schemas.microsoft.com/office/drawing/2014/main" id="{000F7752-B8C3-1FAC-6DED-0594A06ED2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0813" y="3079743"/>
              <a:ext cx="2366357" cy="1776153"/>
            </a:xfrm>
            <a:prstGeom prst="rect">
              <a:avLst/>
            </a:prstGeom>
          </p:spPr>
        </p:pic>
        <p:sp>
          <p:nvSpPr>
            <p:cNvPr id="26" name="TextBox 25">
              <a:extLst>
                <a:ext uri="{FF2B5EF4-FFF2-40B4-BE49-F238E27FC236}">
                  <a16:creationId xmlns:a16="http://schemas.microsoft.com/office/drawing/2014/main" id="{98CAA692-EF77-1023-C5A9-5E93E0538FE0}"/>
                </a:ext>
              </a:extLst>
            </p:cNvPr>
            <p:cNvSpPr txBox="1"/>
            <p:nvPr/>
          </p:nvSpPr>
          <p:spPr>
            <a:xfrm>
              <a:off x="6524913" y="3429000"/>
              <a:ext cx="455574" cy="286232"/>
            </a:xfrm>
            <a:prstGeom prst="rect">
              <a:avLst/>
            </a:prstGeom>
            <a:noFill/>
          </p:spPr>
          <p:txBody>
            <a:bodyPr wrap="square" rtlCol="0">
              <a:spAutoFit/>
            </a:bodyPr>
            <a:lstStyle/>
            <a:p>
              <a:pPr algn="l">
                <a:lnSpc>
                  <a:spcPct val="90000"/>
                </a:lnSpc>
                <a:spcBef>
                  <a:spcPts val="600"/>
                </a:spcBef>
              </a:pPr>
              <a:r>
                <a:rPr lang="en-US" sz="1400" dirty="0" err="1">
                  <a:solidFill>
                    <a:schemeClr val="accent1"/>
                  </a:solidFill>
                </a:rPr>
                <a:t>abc</a:t>
              </a:r>
              <a:endParaRPr lang="en-US" sz="1400" dirty="0">
                <a:solidFill>
                  <a:schemeClr val="accent1"/>
                </a:solidFill>
              </a:endParaRPr>
            </a:p>
          </p:txBody>
        </p:sp>
        <p:sp>
          <p:nvSpPr>
            <p:cNvPr id="27" name="TextBox 26">
              <a:extLst>
                <a:ext uri="{FF2B5EF4-FFF2-40B4-BE49-F238E27FC236}">
                  <a16:creationId xmlns:a16="http://schemas.microsoft.com/office/drawing/2014/main" id="{4E608F3F-3278-15ED-54E7-80E7BD82A8FB}"/>
                </a:ext>
              </a:extLst>
            </p:cNvPr>
            <p:cNvSpPr txBox="1"/>
            <p:nvPr/>
          </p:nvSpPr>
          <p:spPr>
            <a:xfrm>
              <a:off x="7126204" y="3429000"/>
              <a:ext cx="455574" cy="286232"/>
            </a:xfrm>
            <a:prstGeom prst="rect">
              <a:avLst/>
            </a:prstGeom>
            <a:noFill/>
          </p:spPr>
          <p:txBody>
            <a:bodyPr wrap="square" rtlCol="0">
              <a:spAutoFit/>
            </a:bodyPr>
            <a:lstStyle/>
            <a:p>
              <a:pPr algn="l">
                <a:lnSpc>
                  <a:spcPct val="90000"/>
                </a:lnSpc>
                <a:spcBef>
                  <a:spcPts val="600"/>
                </a:spcBef>
              </a:pPr>
              <a:r>
                <a:rPr lang="en-US" sz="1400" dirty="0">
                  <a:solidFill>
                    <a:schemeClr val="accent1"/>
                  </a:solidFill>
                </a:rPr>
                <a:t>123</a:t>
              </a:r>
            </a:p>
          </p:txBody>
        </p:sp>
      </p:grpSp>
      <p:sp>
        <p:nvSpPr>
          <p:cNvPr id="2" name="Text Placeholder 1">
            <a:extLst>
              <a:ext uri="{FF2B5EF4-FFF2-40B4-BE49-F238E27FC236}">
                <a16:creationId xmlns:a16="http://schemas.microsoft.com/office/drawing/2014/main" id="{1EE5CFA3-2344-79F1-7FFC-69DBA51B81F3}"/>
              </a:ext>
            </a:extLst>
          </p:cNvPr>
          <p:cNvSpPr txBox="1">
            <a:spLocks/>
          </p:cNvSpPr>
          <p:nvPr/>
        </p:nvSpPr>
        <p:spPr>
          <a:xfrm>
            <a:off x="476249" y="4063723"/>
            <a:ext cx="8543060" cy="225856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3EAC1"/>
                </a:solidFill>
              </a:rPr>
              <a:t>Business Objective:</a:t>
            </a:r>
            <a:r>
              <a:rPr lang="en-US" sz="2000" dirty="0">
                <a:solidFill>
                  <a:srgbClr val="13EAC1"/>
                </a:solidFill>
              </a:rPr>
              <a:t> </a:t>
            </a:r>
            <a:r>
              <a:rPr lang="en-US" sz="2000" dirty="0"/>
              <a:t>Accelerate document processing</a:t>
            </a:r>
            <a:endParaRPr lang="en-US" sz="2000" b="1" dirty="0"/>
          </a:p>
          <a:p>
            <a:pPr marL="0" indent="0">
              <a:buNone/>
            </a:pPr>
            <a:r>
              <a:rPr lang="en-US" sz="2000" b="1" dirty="0">
                <a:solidFill>
                  <a:srgbClr val="13EAC1"/>
                </a:solidFill>
              </a:rPr>
              <a:t>Practical Example:</a:t>
            </a:r>
            <a:r>
              <a:rPr lang="en-US" sz="2000" dirty="0">
                <a:solidFill>
                  <a:srgbClr val="13EAC1"/>
                </a:solidFill>
              </a:rPr>
              <a:t> </a:t>
            </a:r>
            <a:r>
              <a:rPr lang="en-US" sz="2000" dirty="0"/>
              <a:t>Extracts specific data, i.e.: policy numbers, claimant names, incident dates, and claim amounts from submitted documents.</a:t>
            </a:r>
          </a:p>
          <a:p>
            <a:pPr marL="0" indent="0">
              <a:buNone/>
            </a:pPr>
            <a:r>
              <a:rPr lang="en-US" sz="2000" b="1" dirty="0">
                <a:solidFill>
                  <a:srgbClr val="13EAC1"/>
                </a:solidFill>
              </a:rPr>
              <a:t>Business Outcome:</a:t>
            </a:r>
            <a:r>
              <a:rPr lang="en-US" sz="2000" dirty="0"/>
              <a:t> The adjuster can quickly review the most important information without searching through the entire report. The extracted entities can also be passed to other systems to populate claim records, validate information, or initiate workflows.</a:t>
            </a:r>
          </a:p>
          <a:p>
            <a:pPr marL="0" indent="0">
              <a:buNone/>
            </a:pPr>
            <a:endParaRPr lang="en-US" sz="2000" b="1" dirty="0"/>
          </a:p>
        </p:txBody>
      </p:sp>
    </p:spTree>
    <p:extLst>
      <p:ext uri="{BB962C8B-B14F-4D97-AF65-F5344CB8AC3E}">
        <p14:creationId xmlns:p14="http://schemas.microsoft.com/office/powerpoint/2010/main" val="1166291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95FC-98DA-C4E7-F55D-A139CD8FE4CF}"/>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21C468E7-0C23-E376-1BBF-51A8E00565FD}"/>
              </a:ext>
            </a:extLst>
          </p:cNvPr>
          <p:cNvSpPr>
            <a:spLocks noGrp="1"/>
          </p:cNvSpPr>
          <p:nvPr>
            <p:ph type="body" sz="quarter" idx="10"/>
          </p:nvPr>
        </p:nvSpPr>
        <p:spPr>
          <a:xfrm>
            <a:off x="476249" y="1664996"/>
            <a:ext cx="9947911" cy="590883"/>
          </a:xfrm>
        </p:spPr>
        <p:txBody>
          <a:bodyPr/>
          <a:lstStyle/>
          <a:p>
            <a:pPr marL="0" indent="0">
              <a:buNone/>
            </a:pPr>
            <a:r>
              <a:rPr lang="en-US" sz="2000" dirty="0">
                <a:solidFill>
                  <a:srgbClr val="13EAC1"/>
                </a:solidFill>
              </a:rPr>
              <a:t>Auto-tag content</a:t>
            </a:r>
            <a:r>
              <a:rPr lang="en-US" sz="2000" dirty="0"/>
              <a:t> with consistent metadata so teams can find, filter, and govern instantly.</a:t>
            </a:r>
            <a:endParaRPr lang="en-US" sz="2000" b="1" dirty="0"/>
          </a:p>
        </p:txBody>
      </p:sp>
      <p:sp>
        <p:nvSpPr>
          <p:cNvPr id="5" name="Title 1">
            <a:extLst>
              <a:ext uri="{FF2B5EF4-FFF2-40B4-BE49-F238E27FC236}">
                <a16:creationId xmlns:a16="http://schemas.microsoft.com/office/drawing/2014/main" id="{648632E4-6CEA-C6C2-F6BC-44CF02178F05}"/>
              </a:ext>
            </a:extLst>
          </p:cNvPr>
          <p:cNvSpPr txBox="1">
            <a:spLocks/>
          </p:cNvSpPr>
          <p:nvPr/>
        </p:nvSpPr>
        <p:spPr>
          <a:xfrm>
            <a:off x="476655" y="365125"/>
            <a:ext cx="11235446" cy="707217"/>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a:t>HYLAND’S KNOWLEDGE ENRIGHMENT</a:t>
            </a:r>
            <a:br>
              <a:rPr lang="en-US"/>
            </a:br>
            <a:r>
              <a:rPr lang="en-US" sz="2800" i="1">
                <a:solidFill>
                  <a:srgbClr val="13EAC1"/>
                </a:solidFill>
              </a:rPr>
              <a:t>Capabilities</a:t>
            </a:r>
            <a:endParaRPr lang="en-US" sz="2800" i="1" dirty="0">
              <a:solidFill>
                <a:srgbClr val="13EAC1"/>
              </a:solidFill>
            </a:endParaRPr>
          </a:p>
        </p:txBody>
      </p:sp>
      <p:grpSp>
        <p:nvGrpSpPr>
          <p:cNvPr id="3" name="Group 2">
            <a:extLst>
              <a:ext uri="{FF2B5EF4-FFF2-40B4-BE49-F238E27FC236}">
                <a16:creationId xmlns:a16="http://schemas.microsoft.com/office/drawing/2014/main" id="{26E52A27-FD89-CC29-0CF3-CD56457794F6}"/>
              </a:ext>
            </a:extLst>
          </p:cNvPr>
          <p:cNvGrpSpPr/>
          <p:nvPr/>
        </p:nvGrpSpPr>
        <p:grpSpPr>
          <a:xfrm>
            <a:off x="4020151" y="2436722"/>
            <a:ext cx="2846747" cy="1387788"/>
            <a:chOff x="4020151" y="2436722"/>
            <a:chExt cx="2846747" cy="1387788"/>
          </a:xfrm>
        </p:grpSpPr>
        <p:pic>
          <p:nvPicPr>
            <p:cNvPr id="6" name="Graphic 5" descr="Contract with solid fill">
              <a:extLst>
                <a:ext uri="{FF2B5EF4-FFF2-40B4-BE49-F238E27FC236}">
                  <a16:creationId xmlns:a16="http://schemas.microsoft.com/office/drawing/2014/main" id="{6A8AEB74-99EC-CC2D-F466-7A698719AF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20151" y="2436722"/>
              <a:ext cx="1387788" cy="1387788"/>
            </a:xfrm>
            <a:prstGeom prst="rect">
              <a:avLst/>
            </a:prstGeom>
          </p:spPr>
        </p:pic>
        <p:sp>
          <p:nvSpPr>
            <p:cNvPr id="7" name="Rounded Rectangle 6">
              <a:extLst>
                <a:ext uri="{FF2B5EF4-FFF2-40B4-BE49-F238E27FC236}">
                  <a16:creationId xmlns:a16="http://schemas.microsoft.com/office/drawing/2014/main" id="{8094BC19-EFB1-98D2-0BF8-69D34FF07638}"/>
                </a:ext>
              </a:extLst>
            </p:cNvPr>
            <p:cNvSpPr/>
            <p:nvPr/>
          </p:nvSpPr>
          <p:spPr>
            <a:xfrm>
              <a:off x="5642154" y="2550149"/>
              <a:ext cx="997528" cy="17489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400" dirty="0">
                  <a:solidFill>
                    <a:schemeClr val="bg2"/>
                  </a:solidFill>
                </a:rPr>
                <a:t>Finance</a:t>
              </a:r>
            </a:p>
          </p:txBody>
        </p:sp>
        <p:sp>
          <p:nvSpPr>
            <p:cNvPr id="9" name="Rounded Rectangle 8">
              <a:extLst>
                <a:ext uri="{FF2B5EF4-FFF2-40B4-BE49-F238E27FC236}">
                  <a16:creationId xmlns:a16="http://schemas.microsoft.com/office/drawing/2014/main" id="{574F6DE6-470A-9919-1A1D-57432FC1BB94}"/>
                </a:ext>
              </a:extLst>
            </p:cNvPr>
            <p:cNvSpPr/>
            <p:nvPr/>
          </p:nvSpPr>
          <p:spPr>
            <a:xfrm>
              <a:off x="5642152" y="3039176"/>
              <a:ext cx="742605" cy="17489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400" dirty="0">
                  <a:solidFill>
                    <a:schemeClr val="bg2"/>
                  </a:solidFill>
                </a:rPr>
                <a:t>Loan</a:t>
              </a:r>
            </a:p>
          </p:txBody>
        </p:sp>
        <p:sp>
          <p:nvSpPr>
            <p:cNvPr id="11" name="Rounded Rectangle 10">
              <a:extLst>
                <a:ext uri="{FF2B5EF4-FFF2-40B4-BE49-F238E27FC236}">
                  <a16:creationId xmlns:a16="http://schemas.microsoft.com/office/drawing/2014/main" id="{DCFB9ABA-EBFA-C47C-52BF-05967F769631}"/>
                </a:ext>
              </a:extLst>
            </p:cNvPr>
            <p:cNvSpPr/>
            <p:nvPr/>
          </p:nvSpPr>
          <p:spPr>
            <a:xfrm>
              <a:off x="5642152" y="3528203"/>
              <a:ext cx="1224746" cy="17489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400" dirty="0">
                  <a:solidFill>
                    <a:schemeClr val="bg2"/>
                  </a:solidFill>
                </a:rPr>
                <a:t>Personnel</a:t>
              </a:r>
            </a:p>
          </p:txBody>
        </p:sp>
      </p:grpSp>
      <p:sp>
        <p:nvSpPr>
          <p:cNvPr id="2" name="Text Placeholder 1">
            <a:extLst>
              <a:ext uri="{FF2B5EF4-FFF2-40B4-BE49-F238E27FC236}">
                <a16:creationId xmlns:a16="http://schemas.microsoft.com/office/drawing/2014/main" id="{4AA95C92-FFD3-A793-DE03-EA0FB9AEDE39}"/>
              </a:ext>
            </a:extLst>
          </p:cNvPr>
          <p:cNvSpPr txBox="1">
            <a:spLocks/>
          </p:cNvSpPr>
          <p:nvPr/>
        </p:nvSpPr>
        <p:spPr>
          <a:xfrm>
            <a:off x="476250" y="4234307"/>
            <a:ext cx="8989868" cy="225856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3EAC1"/>
                </a:solidFill>
              </a:rPr>
              <a:t>Business Objective:</a:t>
            </a:r>
            <a:r>
              <a:rPr lang="en-US" sz="2000" dirty="0">
                <a:solidFill>
                  <a:srgbClr val="13EAC1"/>
                </a:solidFill>
              </a:rPr>
              <a:t> </a:t>
            </a:r>
            <a:r>
              <a:rPr lang="en-US" sz="2000" dirty="0"/>
              <a:t>Make information easier to find, organize, filter, and govern</a:t>
            </a:r>
          </a:p>
          <a:p>
            <a:pPr marL="0" indent="0">
              <a:buNone/>
            </a:pPr>
            <a:r>
              <a:rPr lang="en-US" sz="2000" b="1" dirty="0">
                <a:solidFill>
                  <a:srgbClr val="13EAC1"/>
                </a:solidFill>
              </a:rPr>
              <a:t>Practical Example:</a:t>
            </a:r>
            <a:r>
              <a:rPr lang="en-US" sz="2000" dirty="0">
                <a:solidFill>
                  <a:srgbClr val="13EAC1"/>
                </a:solidFill>
              </a:rPr>
              <a:t> </a:t>
            </a:r>
            <a:r>
              <a:rPr lang="en-US" sz="2000" dirty="0"/>
              <a:t>Automatically tags documents by claim type, document category, damage type, or policy number so adjusters can quickly locate related information.</a:t>
            </a:r>
          </a:p>
          <a:p>
            <a:pPr marL="0" indent="0">
              <a:buNone/>
            </a:pPr>
            <a:r>
              <a:rPr lang="en-US" sz="2000" b="1" dirty="0">
                <a:solidFill>
                  <a:srgbClr val="13EAC1"/>
                </a:solidFill>
              </a:rPr>
              <a:t>Business Outcome:</a:t>
            </a:r>
            <a:r>
              <a:rPr lang="en-US" sz="2000" dirty="0"/>
              <a:t> Employees can find relevant documents faster, regardless of who uploaded them. Consistent metadata can also support automated routing, records retention policies, and governance rules within connected systems.</a:t>
            </a:r>
          </a:p>
          <a:p>
            <a:pPr marL="0" indent="0">
              <a:buNone/>
            </a:pPr>
            <a:endParaRPr lang="en-US" sz="2000" b="1" dirty="0"/>
          </a:p>
        </p:txBody>
      </p:sp>
    </p:spTree>
    <p:extLst>
      <p:ext uri="{BB962C8B-B14F-4D97-AF65-F5344CB8AC3E}">
        <p14:creationId xmlns:p14="http://schemas.microsoft.com/office/powerpoint/2010/main" val="1726927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870BB-D9DA-AF7B-605F-6BD765FD5F30}"/>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5A890012-C776-D371-2C76-D587DB81B7EB}"/>
              </a:ext>
            </a:extLst>
          </p:cNvPr>
          <p:cNvSpPr>
            <a:spLocks noGrp="1"/>
          </p:cNvSpPr>
          <p:nvPr>
            <p:ph type="body" sz="quarter" idx="10"/>
          </p:nvPr>
        </p:nvSpPr>
        <p:spPr>
          <a:xfrm>
            <a:off x="476249" y="1664996"/>
            <a:ext cx="10745933" cy="590883"/>
          </a:xfrm>
        </p:spPr>
        <p:txBody>
          <a:bodyPr/>
          <a:lstStyle/>
          <a:p>
            <a:pPr marL="0" indent="0">
              <a:buNone/>
            </a:pPr>
            <a:r>
              <a:rPr lang="en-US" sz="2000" dirty="0">
                <a:solidFill>
                  <a:srgbClr val="13EAC1"/>
                </a:solidFill>
              </a:rPr>
              <a:t>Link to context</a:t>
            </a:r>
            <a:r>
              <a:rPr lang="en-US" sz="2000" dirty="0"/>
              <a:t> by connecting documents to related records, topics, and systems for fuller insight.</a:t>
            </a:r>
            <a:endParaRPr lang="en-US" sz="2000" b="1" dirty="0"/>
          </a:p>
        </p:txBody>
      </p:sp>
      <p:sp>
        <p:nvSpPr>
          <p:cNvPr id="5" name="Title 1">
            <a:extLst>
              <a:ext uri="{FF2B5EF4-FFF2-40B4-BE49-F238E27FC236}">
                <a16:creationId xmlns:a16="http://schemas.microsoft.com/office/drawing/2014/main" id="{CB73E8C8-1AA8-51A7-BE71-BBB928F512F9}"/>
              </a:ext>
            </a:extLst>
          </p:cNvPr>
          <p:cNvSpPr txBox="1">
            <a:spLocks/>
          </p:cNvSpPr>
          <p:nvPr/>
        </p:nvSpPr>
        <p:spPr>
          <a:xfrm>
            <a:off x="476655" y="365125"/>
            <a:ext cx="11235446" cy="707217"/>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a:t>HYLAND’S KNOWLEDGE ENRIGHMENT</a:t>
            </a:r>
            <a:br>
              <a:rPr lang="en-US"/>
            </a:br>
            <a:r>
              <a:rPr lang="en-US" sz="2800" i="1">
                <a:solidFill>
                  <a:srgbClr val="13EAC1"/>
                </a:solidFill>
              </a:rPr>
              <a:t>Capabilities</a:t>
            </a:r>
            <a:endParaRPr lang="en-US" sz="2800" i="1" dirty="0">
              <a:solidFill>
                <a:srgbClr val="13EAC1"/>
              </a:solidFill>
            </a:endParaRPr>
          </a:p>
        </p:txBody>
      </p:sp>
      <p:sp>
        <p:nvSpPr>
          <p:cNvPr id="6" name="Text Placeholder 1">
            <a:extLst>
              <a:ext uri="{FF2B5EF4-FFF2-40B4-BE49-F238E27FC236}">
                <a16:creationId xmlns:a16="http://schemas.microsoft.com/office/drawing/2014/main" id="{BBDAF533-AB7D-022C-24C7-5F53D07F2C75}"/>
              </a:ext>
            </a:extLst>
          </p:cNvPr>
          <p:cNvSpPr txBox="1">
            <a:spLocks/>
          </p:cNvSpPr>
          <p:nvPr/>
        </p:nvSpPr>
        <p:spPr>
          <a:xfrm>
            <a:off x="476249" y="4367270"/>
            <a:ext cx="8834005" cy="225856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3EAC1"/>
                </a:solidFill>
              </a:rPr>
              <a:t>Business Objective:</a:t>
            </a:r>
            <a:r>
              <a:rPr lang="en-US" sz="2000" dirty="0">
                <a:solidFill>
                  <a:srgbClr val="13EAC1"/>
                </a:solidFill>
              </a:rPr>
              <a:t> </a:t>
            </a:r>
            <a:r>
              <a:rPr lang="en-US" sz="2000" dirty="0"/>
              <a:t>Turn isolated documents into connected information</a:t>
            </a:r>
          </a:p>
          <a:p>
            <a:pPr marL="0" indent="0">
              <a:buNone/>
            </a:pPr>
            <a:r>
              <a:rPr lang="en-US" sz="2000" b="1" dirty="0">
                <a:solidFill>
                  <a:srgbClr val="13EAC1"/>
                </a:solidFill>
              </a:rPr>
              <a:t>Practical Example:</a:t>
            </a:r>
            <a:r>
              <a:rPr lang="en-US" sz="2000" dirty="0">
                <a:solidFill>
                  <a:srgbClr val="13EAC1"/>
                </a:solidFill>
              </a:rPr>
              <a:t> </a:t>
            </a:r>
            <a:r>
              <a:rPr lang="en-US" sz="2000" dirty="0"/>
              <a:t>Connects accident reports, photographs, repair estimates, and correspondence to the same claim record, giving adjusters a consolidated view.</a:t>
            </a:r>
          </a:p>
          <a:p>
            <a:pPr marL="0" indent="0">
              <a:buNone/>
            </a:pPr>
            <a:r>
              <a:rPr lang="en-US" sz="2000" b="1" dirty="0">
                <a:solidFill>
                  <a:srgbClr val="13EAC1"/>
                </a:solidFill>
              </a:rPr>
              <a:t>Business Outcome:</a:t>
            </a:r>
            <a:r>
              <a:rPr lang="en-US" sz="2000" dirty="0"/>
              <a:t> The adjuster gains access to related documents and information without having to search multiple systems individually. This supports faster claim reviews, more informed decisions, and better customer service.</a:t>
            </a:r>
          </a:p>
          <a:p>
            <a:pPr marL="0" indent="0">
              <a:buNone/>
            </a:pPr>
            <a:endParaRPr lang="en-US" sz="2000" b="1" dirty="0"/>
          </a:p>
        </p:txBody>
      </p:sp>
      <p:grpSp>
        <p:nvGrpSpPr>
          <p:cNvPr id="28" name="Group 27">
            <a:extLst>
              <a:ext uri="{FF2B5EF4-FFF2-40B4-BE49-F238E27FC236}">
                <a16:creationId xmlns:a16="http://schemas.microsoft.com/office/drawing/2014/main" id="{05E620B4-3614-394A-3937-BC099B74040F}"/>
              </a:ext>
            </a:extLst>
          </p:cNvPr>
          <p:cNvGrpSpPr/>
          <p:nvPr/>
        </p:nvGrpSpPr>
        <p:grpSpPr>
          <a:xfrm>
            <a:off x="3163908" y="2255879"/>
            <a:ext cx="4830483" cy="1714038"/>
            <a:chOff x="3163908" y="2255879"/>
            <a:chExt cx="4830483" cy="1714038"/>
          </a:xfrm>
        </p:grpSpPr>
        <p:pic>
          <p:nvPicPr>
            <p:cNvPr id="3" name="Graphic 2" descr="Document with solid fill">
              <a:extLst>
                <a:ext uri="{FF2B5EF4-FFF2-40B4-BE49-F238E27FC236}">
                  <a16:creationId xmlns:a16="http://schemas.microsoft.com/office/drawing/2014/main" id="{123E84AD-DE0D-9164-F0FE-3AE8B3B62B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63910" y="2255879"/>
              <a:ext cx="590882" cy="590883"/>
            </a:xfrm>
            <a:prstGeom prst="rect">
              <a:avLst/>
            </a:prstGeom>
          </p:spPr>
        </p:pic>
        <p:pic>
          <p:nvPicPr>
            <p:cNvPr id="10" name="Graphic 9" descr="Employee badge with solid fill">
              <a:extLst>
                <a:ext uri="{FF2B5EF4-FFF2-40B4-BE49-F238E27FC236}">
                  <a16:creationId xmlns:a16="http://schemas.microsoft.com/office/drawing/2014/main" id="{6FF37FB1-1386-85EE-7D38-43F7CC4AD7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63909" y="2827202"/>
              <a:ext cx="590883" cy="590883"/>
            </a:xfrm>
            <a:prstGeom prst="rect">
              <a:avLst/>
            </a:prstGeom>
          </p:spPr>
        </p:pic>
        <p:pic>
          <p:nvPicPr>
            <p:cNvPr id="13" name="Graphic 12" descr="Bar chart with solid fill">
              <a:extLst>
                <a:ext uri="{FF2B5EF4-FFF2-40B4-BE49-F238E27FC236}">
                  <a16:creationId xmlns:a16="http://schemas.microsoft.com/office/drawing/2014/main" id="{9671965C-BDE2-7758-5339-AFF4B9BA39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63908" y="3379035"/>
              <a:ext cx="590882" cy="590882"/>
            </a:xfrm>
            <a:prstGeom prst="rect">
              <a:avLst/>
            </a:prstGeom>
          </p:spPr>
        </p:pic>
        <p:grpSp>
          <p:nvGrpSpPr>
            <p:cNvPr id="45" name="Group 44">
              <a:extLst>
                <a:ext uri="{FF2B5EF4-FFF2-40B4-BE49-F238E27FC236}">
                  <a16:creationId xmlns:a16="http://schemas.microsoft.com/office/drawing/2014/main" id="{6ECC3AB0-C4B6-C96E-D369-4DC483B06D8A}"/>
                </a:ext>
              </a:extLst>
            </p:cNvPr>
            <p:cNvGrpSpPr/>
            <p:nvPr/>
          </p:nvGrpSpPr>
          <p:grpSpPr>
            <a:xfrm>
              <a:off x="5302582" y="2442058"/>
              <a:ext cx="962607" cy="1067774"/>
              <a:chOff x="4427914" y="4976193"/>
              <a:chExt cx="1436715" cy="1593679"/>
            </a:xfrm>
          </p:grpSpPr>
          <p:pic>
            <p:nvPicPr>
              <p:cNvPr id="15" name="Graphic 14" descr="Male profile with solid fill">
                <a:extLst>
                  <a:ext uri="{FF2B5EF4-FFF2-40B4-BE49-F238E27FC236}">
                    <a16:creationId xmlns:a16="http://schemas.microsoft.com/office/drawing/2014/main" id="{DE8B44FC-D100-914A-CD84-8063B4BEC04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27914" y="4976193"/>
                <a:ext cx="1436715" cy="1436715"/>
              </a:xfrm>
              <a:prstGeom prst="rect">
                <a:avLst/>
              </a:prstGeom>
            </p:spPr>
          </p:pic>
          <p:sp>
            <p:nvSpPr>
              <p:cNvPr id="16" name="TextBox 15">
                <a:extLst>
                  <a:ext uri="{FF2B5EF4-FFF2-40B4-BE49-F238E27FC236}">
                    <a16:creationId xmlns:a16="http://schemas.microsoft.com/office/drawing/2014/main" id="{959EC326-6ECF-4336-A388-E41CA17601FA}"/>
                  </a:ext>
                </a:extLst>
              </p:cNvPr>
              <p:cNvSpPr txBox="1"/>
              <p:nvPr/>
            </p:nvSpPr>
            <p:spPr>
              <a:xfrm>
                <a:off x="4510166" y="6255940"/>
                <a:ext cx="1272208"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John Doe</a:t>
                </a:r>
              </a:p>
            </p:txBody>
          </p:sp>
        </p:grpSp>
        <p:cxnSp>
          <p:nvCxnSpPr>
            <p:cNvPr id="18" name="Elbow Connector 17">
              <a:extLst>
                <a:ext uri="{FF2B5EF4-FFF2-40B4-BE49-F238E27FC236}">
                  <a16:creationId xmlns:a16="http://schemas.microsoft.com/office/drawing/2014/main" id="{5266DB19-2C33-F4A7-608C-E6D3FA3F3859}"/>
                </a:ext>
              </a:extLst>
            </p:cNvPr>
            <p:cNvCxnSpPr>
              <a:cxnSpLocks/>
              <a:stCxn id="3" idx="3"/>
            </p:cNvCxnSpPr>
            <p:nvPr/>
          </p:nvCxnSpPr>
          <p:spPr>
            <a:xfrm>
              <a:off x="3754792" y="2551321"/>
              <a:ext cx="403850" cy="5368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AC7A6E57-0F2A-D731-382F-14CB03895879}"/>
                </a:ext>
              </a:extLst>
            </p:cNvPr>
            <p:cNvCxnSpPr>
              <a:cxnSpLocks/>
              <a:stCxn id="13" idx="3"/>
            </p:cNvCxnSpPr>
            <p:nvPr/>
          </p:nvCxnSpPr>
          <p:spPr>
            <a:xfrm flipV="1">
              <a:off x="3754790" y="3152625"/>
              <a:ext cx="403852" cy="5218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2FA5F5E5-9433-A511-676B-AB40057F5E54}"/>
                </a:ext>
              </a:extLst>
            </p:cNvPr>
            <p:cNvSpPr txBox="1"/>
            <p:nvPr/>
          </p:nvSpPr>
          <p:spPr>
            <a:xfrm>
              <a:off x="6150863" y="2575544"/>
              <a:ext cx="1843528" cy="1154162"/>
            </a:xfrm>
            <a:prstGeom prst="rect">
              <a:avLst/>
            </a:prstGeom>
            <a:noFill/>
          </p:spPr>
          <p:txBody>
            <a:bodyPr wrap="square" rtlCol="0">
              <a:spAutoFit/>
            </a:bodyPr>
            <a:lstStyle/>
            <a:p>
              <a:pPr algn="l">
                <a:lnSpc>
                  <a:spcPct val="90000"/>
                </a:lnSpc>
                <a:spcBef>
                  <a:spcPts val="600"/>
                </a:spcBef>
              </a:pPr>
              <a:r>
                <a:rPr lang="en-US" sz="1200" dirty="0">
                  <a:solidFill>
                    <a:schemeClr val="accent1"/>
                  </a:solidFill>
                </a:rPr>
                <a:t>Name: John Doe</a:t>
              </a:r>
            </a:p>
            <a:p>
              <a:pPr algn="l">
                <a:lnSpc>
                  <a:spcPct val="90000"/>
                </a:lnSpc>
                <a:spcBef>
                  <a:spcPts val="600"/>
                </a:spcBef>
              </a:pPr>
              <a:r>
                <a:rPr lang="en-US" sz="1200" i="1" dirty="0">
                  <a:solidFill>
                    <a:schemeClr val="accent1"/>
                  </a:solidFill>
                </a:rPr>
                <a:t>Customer since 2004</a:t>
              </a:r>
            </a:p>
            <a:p>
              <a:pPr algn="l">
                <a:lnSpc>
                  <a:spcPct val="90000"/>
                </a:lnSpc>
                <a:spcBef>
                  <a:spcPts val="600"/>
                </a:spcBef>
              </a:pPr>
              <a:r>
                <a:rPr lang="en-US" sz="1200" i="1" dirty="0">
                  <a:solidFill>
                    <a:schemeClr val="accent1"/>
                  </a:solidFill>
                </a:rPr>
                <a:t>Has 4 claimed devices</a:t>
              </a:r>
            </a:p>
            <a:p>
              <a:pPr algn="l">
                <a:lnSpc>
                  <a:spcPct val="90000"/>
                </a:lnSpc>
                <a:spcBef>
                  <a:spcPts val="600"/>
                </a:spcBef>
              </a:pPr>
              <a:r>
                <a:rPr lang="en-US" sz="1200" i="1" dirty="0">
                  <a:solidFill>
                    <a:schemeClr val="accent1"/>
                  </a:solidFill>
                </a:rPr>
                <a:t>Filed 1 claim in the last year.</a:t>
              </a:r>
            </a:p>
          </p:txBody>
        </p:sp>
        <p:cxnSp>
          <p:nvCxnSpPr>
            <p:cNvPr id="21" name="Straight Arrow Connector 20">
              <a:extLst>
                <a:ext uri="{FF2B5EF4-FFF2-40B4-BE49-F238E27FC236}">
                  <a16:creationId xmlns:a16="http://schemas.microsoft.com/office/drawing/2014/main" id="{D5801C1D-06CD-2674-24BA-7C519999B10D}"/>
                </a:ext>
              </a:extLst>
            </p:cNvPr>
            <p:cNvCxnSpPr>
              <a:cxnSpLocks/>
              <a:stCxn id="10" idx="3"/>
            </p:cNvCxnSpPr>
            <p:nvPr/>
          </p:nvCxnSpPr>
          <p:spPr>
            <a:xfrm flipV="1">
              <a:off x="3754792" y="3122643"/>
              <a:ext cx="154779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46865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C443D-8B85-F127-8A8F-FB9A0410BF45}"/>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642A39D1-A81B-C983-7DAB-473C5A25CF4F}"/>
              </a:ext>
            </a:extLst>
          </p:cNvPr>
          <p:cNvSpPr>
            <a:spLocks noGrp="1"/>
          </p:cNvSpPr>
          <p:nvPr>
            <p:ph type="body" sz="quarter" idx="10"/>
          </p:nvPr>
        </p:nvSpPr>
        <p:spPr>
          <a:xfrm>
            <a:off x="476249" y="1664996"/>
            <a:ext cx="10745933" cy="590883"/>
          </a:xfrm>
        </p:spPr>
        <p:txBody>
          <a:bodyPr/>
          <a:lstStyle/>
          <a:p>
            <a:pPr marL="0" indent="0">
              <a:buNone/>
            </a:pPr>
            <a:r>
              <a:rPr lang="en-US" sz="2000" dirty="0">
                <a:solidFill>
                  <a:srgbClr val="13EAC1"/>
                </a:solidFill>
              </a:rPr>
              <a:t>Enforce integrity &amp; compliance</a:t>
            </a:r>
            <a:r>
              <a:rPr lang="en-US" sz="2000" dirty="0"/>
              <a:t> via consistent handling of sensitive data and clear auditability.</a:t>
            </a:r>
            <a:endParaRPr lang="en-US" sz="2000" b="1" dirty="0"/>
          </a:p>
        </p:txBody>
      </p:sp>
      <p:sp>
        <p:nvSpPr>
          <p:cNvPr id="5" name="Title 1">
            <a:extLst>
              <a:ext uri="{FF2B5EF4-FFF2-40B4-BE49-F238E27FC236}">
                <a16:creationId xmlns:a16="http://schemas.microsoft.com/office/drawing/2014/main" id="{AABF3AE2-E935-BFCA-1B96-49FB8B1C98CC}"/>
              </a:ext>
            </a:extLst>
          </p:cNvPr>
          <p:cNvSpPr txBox="1">
            <a:spLocks/>
          </p:cNvSpPr>
          <p:nvPr/>
        </p:nvSpPr>
        <p:spPr>
          <a:xfrm>
            <a:off x="476655" y="365125"/>
            <a:ext cx="11235446" cy="707217"/>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dirty="0"/>
              <a:t>HYLAND’S KNOWLEDGE ENRIGHMENT</a:t>
            </a:r>
            <a:br>
              <a:rPr lang="en-US" dirty="0"/>
            </a:br>
            <a:r>
              <a:rPr lang="en-US" sz="2800" i="1" dirty="0">
                <a:solidFill>
                  <a:srgbClr val="13EAC1"/>
                </a:solidFill>
              </a:rPr>
              <a:t>Capabilities</a:t>
            </a:r>
          </a:p>
        </p:txBody>
      </p:sp>
      <p:grpSp>
        <p:nvGrpSpPr>
          <p:cNvPr id="3" name="Group 2">
            <a:extLst>
              <a:ext uri="{FF2B5EF4-FFF2-40B4-BE49-F238E27FC236}">
                <a16:creationId xmlns:a16="http://schemas.microsoft.com/office/drawing/2014/main" id="{CB89A89F-F54F-B734-8393-F24A3F7B8719}"/>
              </a:ext>
            </a:extLst>
          </p:cNvPr>
          <p:cNvGrpSpPr/>
          <p:nvPr/>
        </p:nvGrpSpPr>
        <p:grpSpPr>
          <a:xfrm>
            <a:off x="3835477" y="2320887"/>
            <a:ext cx="3122179" cy="954105"/>
            <a:chOff x="3835477" y="2320887"/>
            <a:chExt cx="3122179" cy="954105"/>
          </a:xfrm>
        </p:grpSpPr>
        <p:pic>
          <p:nvPicPr>
            <p:cNvPr id="10" name="Graphic 9" descr="Safe with solid fill">
              <a:extLst>
                <a:ext uri="{FF2B5EF4-FFF2-40B4-BE49-F238E27FC236}">
                  <a16:creationId xmlns:a16="http://schemas.microsoft.com/office/drawing/2014/main" id="{C3BC1409-8621-E2E6-43FD-F45209E904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979" y="2320887"/>
              <a:ext cx="954105" cy="954105"/>
            </a:xfrm>
            <a:prstGeom prst="rect">
              <a:avLst/>
            </a:prstGeom>
          </p:spPr>
        </p:pic>
        <p:pic>
          <p:nvPicPr>
            <p:cNvPr id="14" name="Graphic 13" descr="Server with solid fill">
              <a:extLst>
                <a:ext uri="{FF2B5EF4-FFF2-40B4-BE49-F238E27FC236}">
                  <a16:creationId xmlns:a16="http://schemas.microsoft.com/office/drawing/2014/main" id="{0927BCB4-5F30-82B6-7A65-CE2FE00AB1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98335" y="2566967"/>
              <a:ext cx="469233" cy="469233"/>
            </a:xfrm>
            <a:prstGeom prst="rect">
              <a:avLst/>
            </a:prstGeom>
          </p:spPr>
        </p:pic>
        <p:pic>
          <p:nvPicPr>
            <p:cNvPr id="19" name="Graphic 18" descr="Weights Uneven with solid fill">
              <a:extLst>
                <a:ext uri="{FF2B5EF4-FFF2-40B4-BE49-F238E27FC236}">
                  <a16:creationId xmlns:a16="http://schemas.microsoft.com/office/drawing/2014/main" id="{C4D0AF8D-443D-2996-CDC0-409037B4B3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06800" y="2595849"/>
              <a:ext cx="404179" cy="404179"/>
            </a:xfrm>
            <a:prstGeom prst="rect">
              <a:avLst/>
            </a:prstGeom>
          </p:spPr>
        </p:pic>
        <p:pic>
          <p:nvPicPr>
            <p:cNvPr id="23" name="Graphic 22" descr="Employee badge with solid fill">
              <a:extLst>
                <a:ext uri="{FF2B5EF4-FFF2-40B4-BE49-F238E27FC236}">
                  <a16:creationId xmlns:a16="http://schemas.microsoft.com/office/drawing/2014/main" id="{7DBEFA83-17DA-A00A-22B9-ED4F51A89C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5477" y="2566967"/>
              <a:ext cx="469233" cy="469233"/>
            </a:xfrm>
            <a:prstGeom prst="rect">
              <a:avLst/>
            </a:prstGeom>
          </p:spPr>
        </p:pic>
        <p:pic>
          <p:nvPicPr>
            <p:cNvPr id="25" name="Graphic 24" descr="Search Inventory with solid fill">
              <a:extLst>
                <a:ext uri="{FF2B5EF4-FFF2-40B4-BE49-F238E27FC236}">
                  <a16:creationId xmlns:a16="http://schemas.microsoft.com/office/drawing/2014/main" id="{A335D878-4317-13A7-C604-0F87066C31E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88423" y="2563321"/>
              <a:ext cx="469233" cy="469233"/>
            </a:xfrm>
            <a:prstGeom prst="rect">
              <a:avLst/>
            </a:prstGeom>
          </p:spPr>
        </p:pic>
      </p:grpSp>
      <p:sp>
        <p:nvSpPr>
          <p:cNvPr id="2" name="Text Placeholder 1">
            <a:extLst>
              <a:ext uri="{FF2B5EF4-FFF2-40B4-BE49-F238E27FC236}">
                <a16:creationId xmlns:a16="http://schemas.microsoft.com/office/drawing/2014/main" id="{3DB520E0-B6EE-CD71-0E46-A413BC4D2369}"/>
              </a:ext>
            </a:extLst>
          </p:cNvPr>
          <p:cNvSpPr txBox="1">
            <a:spLocks/>
          </p:cNvSpPr>
          <p:nvPr/>
        </p:nvSpPr>
        <p:spPr>
          <a:xfrm>
            <a:off x="476249" y="3695688"/>
            <a:ext cx="9231422" cy="225856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13EAC1"/>
                </a:solidFill>
              </a:rPr>
              <a:t>Business Objective:</a:t>
            </a:r>
            <a:r>
              <a:rPr lang="en-US" sz="2000" dirty="0">
                <a:solidFill>
                  <a:srgbClr val="13EAC1"/>
                </a:solidFill>
              </a:rPr>
              <a:t> </a:t>
            </a:r>
            <a:r>
              <a:rPr lang="en-US" sz="2000" dirty="0"/>
              <a:t>Reducing the risk of mishandling sensitive information while improving consistency, accountability, and audit readiness</a:t>
            </a:r>
          </a:p>
          <a:p>
            <a:pPr marL="0" indent="0">
              <a:buNone/>
            </a:pPr>
            <a:r>
              <a:rPr lang="en-US" sz="2000" b="1" dirty="0">
                <a:solidFill>
                  <a:srgbClr val="13EAC1"/>
                </a:solidFill>
              </a:rPr>
              <a:t>Practical Example:</a:t>
            </a:r>
            <a:r>
              <a:rPr lang="en-US" sz="2000" dirty="0">
                <a:solidFill>
                  <a:srgbClr val="13EAC1"/>
                </a:solidFill>
              </a:rPr>
              <a:t> </a:t>
            </a:r>
            <a:r>
              <a:rPr lang="en-US" sz="2000" dirty="0"/>
              <a:t>Identifies account numbers, customer identifiers, and other sensitive financial data so connected systems can apply appropriate access controls and handling policies.</a:t>
            </a:r>
          </a:p>
          <a:p>
            <a:pPr marL="0" indent="0">
              <a:buNone/>
            </a:pPr>
            <a:r>
              <a:rPr lang="en-US" sz="2000" b="1" dirty="0">
                <a:solidFill>
                  <a:srgbClr val="13EAC1"/>
                </a:solidFill>
              </a:rPr>
              <a:t>Business Outcome:</a:t>
            </a:r>
            <a:r>
              <a:rPr lang="en-US" sz="2000" dirty="0"/>
              <a:t> Sensitive documents can be identified and categorized more consistently, allowing connected systems to apply appropriate security, retention, and auditing controls. This reduces manual effort and supports compliance with organizational policies and applicable regulations.</a:t>
            </a:r>
          </a:p>
          <a:p>
            <a:pPr marL="0" indent="0">
              <a:buNone/>
            </a:pPr>
            <a:endParaRPr lang="en-US" sz="2000" b="1" dirty="0"/>
          </a:p>
        </p:txBody>
      </p:sp>
    </p:spTree>
    <p:extLst>
      <p:ext uri="{BB962C8B-B14F-4D97-AF65-F5344CB8AC3E}">
        <p14:creationId xmlns:p14="http://schemas.microsoft.com/office/powerpoint/2010/main" val="2989404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8BA1-FF82-6591-AD5D-2BC454885C6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D49C63-9198-4FA2-0F9C-5A186BFEF8C3}"/>
              </a:ext>
            </a:extLst>
          </p:cNvPr>
          <p:cNvSpPr>
            <a:spLocks noGrp="1"/>
          </p:cNvSpPr>
          <p:nvPr>
            <p:ph type="body" sz="quarter" idx="10"/>
          </p:nvPr>
        </p:nvSpPr>
        <p:spPr/>
        <p:txBody>
          <a:bodyPr/>
          <a:lstStyle/>
          <a:p>
            <a:r>
              <a:rPr lang="en-US" dirty="0"/>
              <a:t>Knowledge Enrichment </a:t>
            </a:r>
            <a:r>
              <a:rPr lang="en-US" b="1" dirty="0">
                <a:solidFill>
                  <a:srgbClr val="13EAC1"/>
                </a:solidFill>
              </a:rPr>
              <a:t>DEMO</a:t>
            </a:r>
          </a:p>
        </p:txBody>
      </p:sp>
      <p:sp>
        <p:nvSpPr>
          <p:cNvPr id="3" name="Text Placeholder 2">
            <a:extLst>
              <a:ext uri="{FF2B5EF4-FFF2-40B4-BE49-F238E27FC236}">
                <a16:creationId xmlns:a16="http://schemas.microsoft.com/office/drawing/2014/main" id="{72AA9AEE-74CA-605C-D463-0447DC296504}"/>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80218433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53BB-85D9-6B84-1821-4502D322710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8C9F21-2983-F67E-A398-D4C333B609C7}"/>
              </a:ext>
            </a:extLst>
          </p:cNvPr>
          <p:cNvSpPr>
            <a:spLocks noGrp="1"/>
          </p:cNvSpPr>
          <p:nvPr>
            <p:ph type="body" sz="quarter" idx="10"/>
          </p:nvPr>
        </p:nvSpPr>
        <p:spPr/>
        <p:txBody>
          <a:bodyPr/>
          <a:lstStyle/>
          <a:p>
            <a:r>
              <a:rPr lang="en-US" dirty="0"/>
              <a:t>Knowledge Enrichment </a:t>
            </a:r>
            <a:r>
              <a:rPr lang="en-US" b="1" dirty="0">
                <a:solidFill>
                  <a:srgbClr val="13EAC1"/>
                </a:solidFill>
              </a:rPr>
              <a:t>APIs</a:t>
            </a:r>
          </a:p>
        </p:txBody>
      </p:sp>
      <p:sp>
        <p:nvSpPr>
          <p:cNvPr id="3" name="Text Placeholder 2">
            <a:extLst>
              <a:ext uri="{FF2B5EF4-FFF2-40B4-BE49-F238E27FC236}">
                <a16:creationId xmlns:a16="http://schemas.microsoft.com/office/drawing/2014/main" id="{4D6A7AC0-14CD-F04F-0D32-4EB974F52086}"/>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427170567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1962D-27C6-B80E-FEBB-42D50A8A1F88}"/>
            </a:ext>
          </a:extLst>
        </p:cNvPr>
        <p:cNvGrpSpPr/>
        <p:nvPr/>
      </p:nvGrpSpPr>
      <p:grpSpPr>
        <a:xfrm>
          <a:off x="0" y="0"/>
          <a:ext cx="0" cy="0"/>
          <a:chOff x="0" y="0"/>
          <a:chExt cx="0" cy="0"/>
        </a:xfrm>
      </p:grpSpPr>
      <p:sp>
        <p:nvSpPr>
          <p:cNvPr id="44" name="Text Placeholder 1">
            <a:extLst>
              <a:ext uri="{FF2B5EF4-FFF2-40B4-BE49-F238E27FC236}">
                <a16:creationId xmlns:a16="http://schemas.microsoft.com/office/drawing/2014/main" id="{23BD72A5-3C00-9D1C-7359-5FE8D0E40D26}"/>
              </a:ext>
            </a:extLst>
          </p:cNvPr>
          <p:cNvSpPr>
            <a:spLocks noGrp="1"/>
          </p:cNvSpPr>
          <p:nvPr>
            <p:ph type="body" sz="quarter" idx="10"/>
          </p:nvPr>
        </p:nvSpPr>
        <p:spPr>
          <a:xfrm>
            <a:off x="476655" y="1795550"/>
            <a:ext cx="9263651" cy="590463"/>
          </a:xfrm>
        </p:spPr>
        <p:txBody>
          <a:bodyPr/>
          <a:lstStyle/>
          <a:p>
            <a:pPr marL="0" indent="0">
              <a:buNone/>
            </a:pPr>
            <a:r>
              <a:rPr lang="en-US" dirty="0"/>
              <a:t>Hyland’s knowledge Enrichment provides </a:t>
            </a:r>
            <a:r>
              <a:rPr lang="en-US" b="1" dirty="0">
                <a:solidFill>
                  <a:srgbClr val="13EAC1"/>
                </a:solidFill>
              </a:rPr>
              <a:t>two core workstreams</a:t>
            </a:r>
            <a:endParaRPr lang="en-US" dirty="0"/>
          </a:p>
          <a:p>
            <a:pPr marL="0" indent="0">
              <a:buNone/>
            </a:pPr>
            <a:endParaRPr lang="en-US" dirty="0"/>
          </a:p>
        </p:txBody>
      </p:sp>
      <p:sp>
        <p:nvSpPr>
          <p:cNvPr id="2" name="Title 1">
            <a:extLst>
              <a:ext uri="{FF2B5EF4-FFF2-40B4-BE49-F238E27FC236}">
                <a16:creationId xmlns:a16="http://schemas.microsoft.com/office/drawing/2014/main" id="{AAE80B22-723D-B2CB-1846-71E2271C0CBA}"/>
              </a:ext>
            </a:extLst>
          </p:cNvPr>
          <p:cNvSpPr>
            <a:spLocks noGrp="1"/>
          </p:cNvSpPr>
          <p:nvPr>
            <p:ph type="title"/>
          </p:nvPr>
        </p:nvSpPr>
        <p:spPr>
          <a:xfrm>
            <a:off x="476655" y="365125"/>
            <a:ext cx="11235446" cy="957837"/>
          </a:xfrm>
        </p:spPr>
        <p:txBody>
          <a:bodyPr/>
          <a:lstStyle/>
          <a:p>
            <a:r>
              <a:rPr lang="en-US" dirty="0"/>
              <a:t>HYLAND’S KNOWLEDGE ENRICHMENT</a:t>
            </a:r>
            <a:br>
              <a:rPr lang="en-US" dirty="0"/>
            </a:br>
            <a:r>
              <a:rPr lang="en-US" sz="2800" i="1" dirty="0">
                <a:solidFill>
                  <a:srgbClr val="13EAC1"/>
                </a:solidFill>
              </a:rPr>
              <a:t>Workstreams</a:t>
            </a:r>
            <a:endParaRPr lang="en-US" sz="2800" dirty="0"/>
          </a:p>
        </p:txBody>
      </p:sp>
      <p:sp>
        <p:nvSpPr>
          <p:cNvPr id="3" name="Text Placeholder 1">
            <a:extLst>
              <a:ext uri="{FF2B5EF4-FFF2-40B4-BE49-F238E27FC236}">
                <a16:creationId xmlns:a16="http://schemas.microsoft.com/office/drawing/2014/main" id="{5E12338E-F010-7DDF-7686-B184B3D6F7F6}"/>
              </a:ext>
            </a:extLst>
          </p:cNvPr>
          <p:cNvSpPr txBox="1">
            <a:spLocks/>
          </p:cNvSpPr>
          <p:nvPr/>
        </p:nvSpPr>
        <p:spPr>
          <a:xfrm>
            <a:off x="1300567" y="2858601"/>
            <a:ext cx="8957858" cy="363427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Data Curation</a:t>
            </a:r>
            <a:r>
              <a:rPr lang="en-US" dirty="0"/>
              <a:t> </a:t>
            </a:r>
          </a:p>
          <a:p>
            <a:r>
              <a:rPr lang="en-US" b="1" dirty="0">
                <a:solidFill>
                  <a:srgbClr val="13EAC1"/>
                </a:solidFill>
              </a:rPr>
              <a:t>Chunks</a:t>
            </a:r>
            <a:r>
              <a:rPr lang="en-US" dirty="0"/>
              <a:t> unstructured data into AI-ready format, </a:t>
            </a:r>
            <a:r>
              <a:rPr lang="en-US" b="1" dirty="0">
                <a:solidFill>
                  <a:srgbClr val="13EAC1"/>
                </a:solidFill>
              </a:rPr>
              <a:t>embeds</a:t>
            </a:r>
            <a:r>
              <a:rPr lang="en-US" dirty="0"/>
              <a:t> positional information, </a:t>
            </a:r>
            <a:r>
              <a:rPr lang="en-US" b="1" dirty="0">
                <a:solidFill>
                  <a:srgbClr val="13EAC1"/>
                </a:solidFill>
              </a:rPr>
              <a:t>supports</a:t>
            </a:r>
            <a:r>
              <a:rPr lang="en-US" dirty="0"/>
              <a:t> over 600 file types! (</a:t>
            </a:r>
            <a:r>
              <a:rPr lang="en-US" b="1" dirty="0">
                <a:solidFill>
                  <a:srgbClr val="13EAC1"/>
                </a:solidFill>
              </a:rPr>
              <a:t>Document Filters</a:t>
            </a:r>
            <a:r>
              <a:rPr lang="en-US" dirty="0"/>
              <a:t>)</a:t>
            </a:r>
            <a:endParaRPr lang="en-US" b="1" dirty="0"/>
          </a:p>
          <a:p>
            <a:endParaRPr lang="en-US" b="1" dirty="0"/>
          </a:p>
          <a:p>
            <a:pPr marL="0" indent="0">
              <a:buNone/>
            </a:pPr>
            <a:r>
              <a:rPr lang="en-US" b="1" dirty="0"/>
              <a:t>Context Enrichment</a:t>
            </a:r>
            <a:r>
              <a:rPr lang="en-US" dirty="0"/>
              <a:t> </a:t>
            </a:r>
          </a:p>
          <a:p>
            <a:r>
              <a:rPr lang="en-US" b="1" dirty="0">
                <a:solidFill>
                  <a:srgbClr val="13EAC1"/>
                </a:solidFill>
              </a:rPr>
              <a:t>Parses</a:t>
            </a:r>
            <a:r>
              <a:rPr lang="en-US" dirty="0"/>
              <a:t> docs to discover relationships and infers useful metadata</a:t>
            </a:r>
            <a:endParaRPr lang="en-US" b="1" dirty="0"/>
          </a:p>
        </p:txBody>
      </p:sp>
      <p:pic>
        <p:nvPicPr>
          <p:cNvPr id="7" name="Graphic 6" descr="Hamburger Menu Icon with solid fill">
            <a:extLst>
              <a:ext uri="{FF2B5EF4-FFF2-40B4-BE49-F238E27FC236}">
                <a16:creationId xmlns:a16="http://schemas.microsoft.com/office/drawing/2014/main" id="{65E9CE88-97CC-CBDD-BADA-AE1D697DD0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879" y="2735790"/>
            <a:ext cx="713274" cy="713274"/>
          </a:xfrm>
          <a:prstGeom prst="rect">
            <a:avLst/>
          </a:prstGeom>
        </p:spPr>
      </p:pic>
      <p:pic>
        <p:nvPicPr>
          <p:cNvPr id="9" name="Graphic 8" descr="Bar chart with solid fill">
            <a:extLst>
              <a:ext uri="{FF2B5EF4-FFF2-40B4-BE49-F238E27FC236}">
                <a16:creationId xmlns:a16="http://schemas.microsoft.com/office/drawing/2014/main" id="{57773432-C99B-0016-5BFD-28B40A0B70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879" y="4505255"/>
            <a:ext cx="713274" cy="713274"/>
          </a:xfrm>
          <a:prstGeom prst="rect">
            <a:avLst/>
          </a:prstGeom>
        </p:spPr>
      </p:pic>
    </p:spTree>
    <p:extLst>
      <p:ext uri="{BB962C8B-B14F-4D97-AF65-F5344CB8AC3E}">
        <p14:creationId xmlns:p14="http://schemas.microsoft.com/office/powerpoint/2010/main" val="14978467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fade">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5821FA3-7389-708C-B2E4-E815111D8B59}"/>
              </a:ext>
            </a:extLst>
          </p:cNvPr>
          <p:cNvSpPr txBox="1">
            <a:spLocks/>
          </p:cNvSpPr>
          <p:nvPr/>
        </p:nvSpPr>
        <p:spPr>
          <a:xfrm>
            <a:off x="476655" y="365125"/>
            <a:ext cx="11235446" cy="801035"/>
          </a:xfrm>
          <a:prstGeom prst="rect">
            <a:avLst/>
          </a:prstGeom>
        </p:spPr>
        <p:txBody>
          <a:bodyPr vert="horz" lIns="0" tIns="0" rIns="0" bIns="0" rtlCol="0" anchor="t">
            <a:noAutofit/>
          </a:bodyPr>
          <a:lstStyle>
            <a:lvl1pPr algn="l" defTabSz="914400" rtl="0" eaLnBrk="1" latinLnBrk="0" hangingPunct="1">
              <a:lnSpc>
                <a:spcPct val="85000"/>
              </a:lnSpc>
              <a:spcBef>
                <a:spcPct val="0"/>
              </a:spcBef>
              <a:buNone/>
              <a:defRPr sz="3600" b="1" kern="1200">
                <a:solidFill>
                  <a:schemeClr val="tx1"/>
                </a:solidFill>
                <a:latin typeface="+mj-lt"/>
                <a:ea typeface="+mj-ea"/>
                <a:cs typeface="+mj-cs"/>
              </a:defRPr>
            </a:lvl1pPr>
          </a:lstStyle>
          <a:p>
            <a:r>
              <a:rPr lang="en-US" dirty="0"/>
              <a:t>HYLAND’S KNOWELDGE ENRICHMENT PROCESS</a:t>
            </a:r>
          </a:p>
          <a:p>
            <a:r>
              <a:rPr lang="en-US" sz="2800" i="1" dirty="0">
                <a:solidFill>
                  <a:srgbClr val="13EAC1"/>
                </a:solidFill>
              </a:rPr>
              <a:t>Development Process</a:t>
            </a:r>
            <a:endParaRPr lang="en-US" sz="2800" dirty="0"/>
          </a:p>
        </p:txBody>
      </p:sp>
      <p:sp>
        <p:nvSpPr>
          <p:cNvPr id="9" name="Rectangle 8">
            <a:extLst>
              <a:ext uri="{FF2B5EF4-FFF2-40B4-BE49-F238E27FC236}">
                <a16:creationId xmlns:a16="http://schemas.microsoft.com/office/drawing/2014/main" id="{3B297E73-2D70-0B19-400F-72865F56FD9D}"/>
              </a:ext>
            </a:extLst>
          </p:cNvPr>
          <p:cNvSpPr/>
          <p:nvPr/>
        </p:nvSpPr>
        <p:spPr>
          <a:xfrm>
            <a:off x="590205" y="3732348"/>
            <a:ext cx="11121896" cy="2344188"/>
          </a:xfrm>
          <a:prstGeom prst="rect">
            <a:avLst/>
          </a:prstGeom>
          <a:noFill/>
          <a:ln>
            <a:solidFill>
              <a:srgbClr val="13EAC1">
                <a:alpha val="47000"/>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10" name="Text Placeholder 1">
            <a:extLst>
              <a:ext uri="{FF2B5EF4-FFF2-40B4-BE49-F238E27FC236}">
                <a16:creationId xmlns:a16="http://schemas.microsoft.com/office/drawing/2014/main" id="{A2387BFF-FD4E-7736-A2F9-6F60B70B971C}"/>
              </a:ext>
            </a:extLst>
          </p:cNvPr>
          <p:cNvSpPr txBox="1">
            <a:spLocks/>
          </p:cNvSpPr>
          <p:nvPr/>
        </p:nvSpPr>
        <p:spPr>
          <a:xfrm>
            <a:off x="3873737" y="6226731"/>
            <a:ext cx="3807218"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2000" b="1" dirty="0"/>
              <a:t>Content Innovation Cloud</a:t>
            </a:r>
          </a:p>
        </p:txBody>
      </p:sp>
      <p:sp>
        <p:nvSpPr>
          <p:cNvPr id="11" name="Text Placeholder 1">
            <a:extLst>
              <a:ext uri="{FF2B5EF4-FFF2-40B4-BE49-F238E27FC236}">
                <a16:creationId xmlns:a16="http://schemas.microsoft.com/office/drawing/2014/main" id="{4D10EF3D-7A47-194E-E4EF-96683AC1A3E5}"/>
              </a:ext>
            </a:extLst>
          </p:cNvPr>
          <p:cNvSpPr txBox="1">
            <a:spLocks/>
          </p:cNvSpPr>
          <p:nvPr/>
        </p:nvSpPr>
        <p:spPr>
          <a:xfrm>
            <a:off x="1087922" y="5810393"/>
            <a:ext cx="1543912"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1600" dirty="0">
                <a:solidFill>
                  <a:schemeClr val="tx1">
                    <a:lumMod val="75000"/>
                  </a:schemeClr>
                </a:solidFill>
              </a:rPr>
              <a:t>HX ID Provider</a:t>
            </a:r>
          </a:p>
        </p:txBody>
      </p:sp>
      <p:cxnSp>
        <p:nvCxnSpPr>
          <p:cNvPr id="13" name="Straight Connector 12">
            <a:extLst>
              <a:ext uri="{FF2B5EF4-FFF2-40B4-BE49-F238E27FC236}">
                <a16:creationId xmlns:a16="http://schemas.microsoft.com/office/drawing/2014/main" id="{3B67F5DC-84CB-7A28-0ABD-5E970278FDDF}"/>
              </a:ext>
            </a:extLst>
          </p:cNvPr>
          <p:cNvCxnSpPr>
            <a:cxnSpLocks/>
          </p:cNvCxnSpPr>
          <p:nvPr/>
        </p:nvCxnSpPr>
        <p:spPr>
          <a:xfrm>
            <a:off x="3129551" y="3877698"/>
            <a:ext cx="0" cy="2090651"/>
          </a:xfrm>
          <a:prstGeom prst="line">
            <a:avLst/>
          </a:prstGeom>
          <a:ln>
            <a:solidFill>
              <a:schemeClr val="accent1">
                <a:alpha val="57000"/>
              </a:schemeClr>
            </a:solidFill>
            <a:prstDash val="sysDot"/>
          </a:ln>
        </p:spPr>
        <p:style>
          <a:lnRef idx="2">
            <a:schemeClr val="accent1"/>
          </a:lnRef>
          <a:fillRef idx="0">
            <a:schemeClr val="accent1"/>
          </a:fillRef>
          <a:effectRef idx="1">
            <a:schemeClr val="accent1"/>
          </a:effectRef>
          <a:fontRef idx="minor">
            <a:schemeClr val="tx1"/>
          </a:fontRef>
        </p:style>
      </p:cxnSp>
      <p:sp>
        <p:nvSpPr>
          <p:cNvPr id="14" name="Text Placeholder 1">
            <a:extLst>
              <a:ext uri="{FF2B5EF4-FFF2-40B4-BE49-F238E27FC236}">
                <a16:creationId xmlns:a16="http://schemas.microsoft.com/office/drawing/2014/main" id="{D6D9B978-432B-E45D-2E27-868EA1DDB872}"/>
              </a:ext>
            </a:extLst>
          </p:cNvPr>
          <p:cNvSpPr txBox="1">
            <a:spLocks/>
          </p:cNvSpPr>
          <p:nvPr/>
        </p:nvSpPr>
        <p:spPr>
          <a:xfrm>
            <a:off x="3776985" y="5810393"/>
            <a:ext cx="1543912"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1600" dirty="0">
                <a:solidFill>
                  <a:schemeClr val="tx1">
                    <a:lumMod val="75000"/>
                  </a:schemeClr>
                </a:solidFill>
              </a:rPr>
              <a:t>Context API</a:t>
            </a:r>
          </a:p>
        </p:txBody>
      </p:sp>
      <p:cxnSp>
        <p:nvCxnSpPr>
          <p:cNvPr id="16" name="Straight Connector 15">
            <a:extLst>
              <a:ext uri="{FF2B5EF4-FFF2-40B4-BE49-F238E27FC236}">
                <a16:creationId xmlns:a16="http://schemas.microsoft.com/office/drawing/2014/main" id="{FB4D88CB-D579-E174-8CC8-624D029B8B6E}"/>
              </a:ext>
            </a:extLst>
          </p:cNvPr>
          <p:cNvCxnSpPr>
            <a:cxnSpLocks/>
          </p:cNvCxnSpPr>
          <p:nvPr/>
        </p:nvCxnSpPr>
        <p:spPr>
          <a:xfrm>
            <a:off x="6040547" y="3877698"/>
            <a:ext cx="0" cy="2090651"/>
          </a:xfrm>
          <a:prstGeom prst="line">
            <a:avLst/>
          </a:prstGeom>
          <a:ln>
            <a:solidFill>
              <a:schemeClr val="accent1">
                <a:alpha val="57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Text Placeholder 1">
            <a:extLst>
              <a:ext uri="{FF2B5EF4-FFF2-40B4-BE49-F238E27FC236}">
                <a16:creationId xmlns:a16="http://schemas.microsoft.com/office/drawing/2014/main" id="{A7FE3AAD-4CA9-3F6C-D1FA-EEFB2AF08AC6}"/>
              </a:ext>
            </a:extLst>
          </p:cNvPr>
          <p:cNvSpPr txBox="1">
            <a:spLocks/>
          </p:cNvSpPr>
          <p:nvPr/>
        </p:nvSpPr>
        <p:spPr>
          <a:xfrm>
            <a:off x="6329593" y="5810393"/>
            <a:ext cx="1543912"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1600" dirty="0">
                <a:solidFill>
                  <a:schemeClr val="tx1">
                    <a:lumMod val="75000"/>
                  </a:schemeClr>
                </a:solidFill>
              </a:rPr>
              <a:t>S3 Bucket</a:t>
            </a:r>
          </a:p>
        </p:txBody>
      </p:sp>
      <p:cxnSp>
        <p:nvCxnSpPr>
          <p:cNvPr id="19" name="Straight Connector 18">
            <a:extLst>
              <a:ext uri="{FF2B5EF4-FFF2-40B4-BE49-F238E27FC236}">
                <a16:creationId xmlns:a16="http://schemas.microsoft.com/office/drawing/2014/main" id="{0F3FDE3C-3BB1-584F-E56A-8B313A0DEE70}"/>
              </a:ext>
            </a:extLst>
          </p:cNvPr>
          <p:cNvCxnSpPr>
            <a:cxnSpLocks/>
          </p:cNvCxnSpPr>
          <p:nvPr/>
        </p:nvCxnSpPr>
        <p:spPr>
          <a:xfrm>
            <a:off x="8162551" y="3877698"/>
            <a:ext cx="0" cy="2090651"/>
          </a:xfrm>
          <a:prstGeom prst="line">
            <a:avLst/>
          </a:prstGeom>
          <a:ln>
            <a:solidFill>
              <a:schemeClr val="accent1">
                <a:alpha val="57000"/>
              </a:schemeClr>
            </a:solidFill>
            <a:prstDash val="sysDot"/>
          </a:ln>
        </p:spPr>
        <p:style>
          <a:lnRef idx="2">
            <a:schemeClr val="accent1"/>
          </a:lnRef>
          <a:fillRef idx="0">
            <a:schemeClr val="accent1"/>
          </a:fillRef>
          <a:effectRef idx="1">
            <a:schemeClr val="accent1"/>
          </a:effectRef>
          <a:fontRef idx="minor">
            <a:schemeClr val="tx1"/>
          </a:fontRef>
        </p:style>
      </p:cxnSp>
      <p:sp>
        <p:nvSpPr>
          <p:cNvPr id="20" name="Text Placeholder 1">
            <a:extLst>
              <a:ext uri="{FF2B5EF4-FFF2-40B4-BE49-F238E27FC236}">
                <a16:creationId xmlns:a16="http://schemas.microsoft.com/office/drawing/2014/main" id="{97119F48-DCD6-7652-3CDF-0BD98E2E240A}"/>
              </a:ext>
            </a:extLst>
          </p:cNvPr>
          <p:cNvSpPr txBox="1">
            <a:spLocks/>
          </p:cNvSpPr>
          <p:nvPr/>
        </p:nvSpPr>
        <p:spPr>
          <a:xfrm>
            <a:off x="9162849" y="5810393"/>
            <a:ext cx="1543912"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lumMod val="75000"/>
                  </a:schemeClr>
                </a:solidFill>
              </a:rPr>
              <a:t>Context API</a:t>
            </a:r>
          </a:p>
        </p:txBody>
      </p:sp>
      <p:pic>
        <p:nvPicPr>
          <p:cNvPr id="21" name="Picture 2" descr="Generated image">
            <a:extLst>
              <a:ext uri="{FF2B5EF4-FFF2-40B4-BE49-F238E27FC236}">
                <a16:creationId xmlns:a16="http://schemas.microsoft.com/office/drawing/2014/main" id="{78247BEE-410A-658E-2A24-ABEC7322FB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655" b="23832"/>
          <a:stretch>
            <a:fillRect/>
          </a:stretch>
        </p:blipFill>
        <p:spPr bwMode="auto">
          <a:xfrm>
            <a:off x="807523" y="1605018"/>
            <a:ext cx="809844" cy="43337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C3ADC620-34C1-70F3-41A5-84FCC1D1132C}"/>
              </a:ext>
            </a:extLst>
          </p:cNvPr>
          <p:cNvSpPr txBox="1"/>
          <p:nvPr/>
        </p:nvSpPr>
        <p:spPr>
          <a:xfrm>
            <a:off x="590205" y="2017659"/>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Bearer Token</a:t>
            </a:r>
          </a:p>
        </p:txBody>
      </p:sp>
      <p:sp>
        <p:nvSpPr>
          <p:cNvPr id="26" name="TextBox 25">
            <a:extLst>
              <a:ext uri="{FF2B5EF4-FFF2-40B4-BE49-F238E27FC236}">
                <a16:creationId xmlns:a16="http://schemas.microsoft.com/office/drawing/2014/main" id="{17C1C01B-6680-B9DC-4D5A-0A057758A679}"/>
              </a:ext>
            </a:extLst>
          </p:cNvPr>
          <p:cNvSpPr txBox="1"/>
          <p:nvPr/>
        </p:nvSpPr>
        <p:spPr>
          <a:xfrm>
            <a:off x="1237638" y="5065046"/>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Bearer Token</a:t>
            </a:r>
          </a:p>
        </p:txBody>
      </p:sp>
      <p:pic>
        <p:nvPicPr>
          <p:cNvPr id="27" name="Graphic 26" descr="Employee badge with solid fill">
            <a:extLst>
              <a:ext uri="{FF2B5EF4-FFF2-40B4-BE49-F238E27FC236}">
                <a16:creationId xmlns:a16="http://schemas.microsoft.com/office/drawing/2014/main" id="{2F3DA153-FA55-027E-3862-B0AC7239DC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3933" y="4517711"/>
            <a:ext cx="601503" cy="601503"/>
          </a:xfrm>
          <a:prstGeom prst="rect">
            <a:avLst/>
          </a:prstGeom>
        </p:spPr>
      </p:pic>
      <p:cxnSp>
        <p:nvCxnSpPr>
          <p:cNvPr id="28" name="Elbow Connector 27">
            <a:extLst>
              <a:ext uri="{FF2B5EF4-FFF2-40B4-BE49-F238E27FC236}">
                <a16:creationId xmlns:a16="http://schemas.microsoft.com/office/drawing/2014/main" id="{AC52D925-3963-9250-DB7F-322C9D8D864A}"/>
              </a:ext>
            </a:extLst>
          </p:cNvPr>
          <p:cNvCxnSpPr>
            <a:cxnSpLocks/>
            <a:stCxn id="22" idx="2"/>
            <a:endCxn id="27" idx="1"/>
          </p:cNvCxnSpPr>
          <p:nvPr/>
        </p:nvCxnSpPr>
        <p:spPr>
          <a:xfrm rot="16200000" flipH="1">
            <a:off x="102053" y="3386583"/>
            <a:ext cx="2542272" cy="32148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5A143E60-FEA2-405E-A33D-566D95275E91}"/>
              </a:ext>
            </a:extLst>
          </p:cNvPr>
          <p:cNvCxnSpPr>
            <a:cxnSpLocks/>
            <a:stCxn id="27" idx="3"/>
            <a:endCxn id="34" idx="2"/>
          </p:cNvCxnSpPr>
          <p:nvPr/>
        </p:nvCxnSpPr>
        <p:spPr>
          <a:xfrm flipV="1">
            <a:off x="2135436" y="3241886"/>
            <a:ext cx="281529" cy="157657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A221A06-32D7-28B3-AB73-786A6BF1341F}"/>
              </a:ext>
            </a:extLst>
          </p:cNvPr>
          <p:cNvSpPr txBox="1"/>
          <p:nvPr/>
        </p:nvSpPr>
        <p:spPr>
          <a:xfrm>
            <a:off x="1794725" y="2983354"/>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Bearer Token</a:t>
            </a:r>
          </a:p>
        </p:txBody>
      </p:sp>
      <p:pic>
        <p:nvPicPr>
          <p:cNvPr id="35" name="Picture 4" descr="Generated image">
            <a:extLst>
              <a:ext uri="{FF2B5EF4-FFF2-40B4-BE49-F238E27FC236}">
                <a16:creationId xmlns:a16="http://schemas.microsoft.com/office/drawing/2014/main" id="{3E531185-488A-AAD9-7FDA-BA53E2EBEBD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619" t="14104" r="14142" b="13356"/>
          <a:stretch>
            <a:fillRect/>
          </a:stretch>
        </p:blipFill>
        <p:spPr bwMode="auto">
          <a:xfrm>
            <a:off x="2202097" y="2547240"/>
            <a:ext cx="429737" cy="431531"/>
          </a:xfrm>
          <a:prstGeom prst="rect">
            <a:avLst/>
          </a:prstGeom>
          <a:noFill/>
          <a:extLst>
            <a:ext uri="{909E8E84-426E-40DD-AFC4-6F175D3DCCD1}">
              <a14:hiddenFill xmlns:a14="http://schemas.microsoft.com/office/drawing/2010/main">
                <a:solidFill>
                  <a:srgbClr val="FFFFFF"/>
                </a:solidFill>
              </a14:hiddenFill>
            </a:ext>
          </a:extLst>
        </p:spPr>
      </p:pic>
      <p:pic>
        <p:nvPicPr>
          <p:cNvPr id="39" name="Graphic 38" descr="Link with solid fill">
            <a:extLst>
              <a:ext uri="{FF2B5EF4-FFF2-40B4-BE49-F238E27FC236}">
                <a16:creationId xmlns:a16="http://schemas.microsoft.com/office/drawing/2014/main" id="{D9894D90-4EF0-1ED8-4DA7-13B83716A2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79633" y="4530058"/>
            <a:ext cx="554612" cy="554612"/>
          </a:xfrm>
          <a:prstGeom prst="rect">
            <a:avLst/>
          </a:prstGeom>
        </p:spPr>
      </p:pic>
      <p:sp>
        <p:nvSpPr>
          <p:cNvPr id="40" name="TextBox 39">
            <a:extLst>
              <a:ext uri="{FF2B5EF4-FFF2-40B4-BE49-F238E27FC236}">
                <a16:creationId xmlns:a16="http://schemas.microsoft.com/office/drawing/2014/main" id="{D4B8C34D-2E71-75E1-C0B8-88CF0DACF577}"/>
              </a:ext>
            </a:extLst>
          </p:cNvPr>
          <p:cNvSpPr txBox="1"/>
          <p:nvPr/>
        </p:nvSpPr>
        <p:spPr>
          <a:xfrm>
            <a:off x="3932169" y="5036921"/>
            <a:ext cx="1244480" cy="258532"/>
          </a:xfrm>
          <a:prstGeom prst="rect">
            <a:avLst/>
          </a:prstGeom>
          <a:noFill/>
        </p:spPr>
        <p:txBody>
          <a:bodyPr wrap="square" rtlCol="0">
            <a:spAutoFit/>
          </a:bodyPr>
          <a:lstStyle/>
          <a:p>
            <a:pPr algn="ctr">
              <a:lnSpc>
                <a:spcPct val="90000"/>
              </a:lnSpc>
              <a:spcBef>
                <a:spcPts val="600"/>
              </a:spcBef>
            </a:pPr>
            <a:r>
              <a:rPr lang="en-US" sz="1200" dirty="0" err="1">
                <a:solidFill>
                  <a:schemeClr val="accent1"/>
                </a:solidFill>
              </a:rPr>
              <a:t>Presigned</a:t>
            </a:r>
            <a:r>
              <a:rPr lang="en-US" sz="1200" dirty="0">
                <a:solidFill>
                  <a:schemeClr val="accent1"/>
                </a:solidFill>
              </a:rPr>
              <a:t> URL</a:t>
            </a:r>
          </a:p>
        </p:txBody>
      </p:sp>
      <p:pic>
        <p:nvPicPr>
          <p:cNvPr id="41" name="Picture 2" descr="Generated image">
            <a:extLst>
              <a:ext uri="{FF2B5EF4-FFF2-40B4-BE49-F238E27FC236}">
                <a16:creationId xmlns:a16="http://schemas.microsoft.com/office/drawing/2014/main" id="{254A7B6E-F8F7-C4DC-E767-4FEF60F6F2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655" b="23832"/>
          <a:stretch>
            <a:fillRect/>
          </a:stretch>
        </p:blipFill>
        <p:spPr bwMode="auto">
          <a:xfrm>
            <a:off x="3346869" y="1605018"/>
            <a:ext cx="809844" cy="4333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63D85710-FE69-43B9-AF92-818054B436C4}"/>
              </a:ext>
            </a:extLst>
          </p:cNvPr>
          <p:cNvSpPr txBox="1"/>
          <p:nvPr/>
        </p:nvSpPr>
        <p:spPr>
          <a:xfrm>
            <a:off x="3129551" y="2017659"/>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Request URL</a:t>
            </a:r>
          </a:p>
        </p:txBody>
      </p:sp>
      <p:cxnSp>
        <p:nvCxnSpPr>
          <p:cNvPr id="43" name="Elbow Connector 42">
            <a:extLst>
              <a:ext uri="{FF2B5EF4-FFF2-40B4-BE49-F238E27FC236}">
                <a16:creationId xmlns:a16="http://schemas.microsoft.com/office/drawing/2014/main" id="{1D666731-9289-E13F-3CEA-DC090011E926}"/>
              </a:ext>
            </a:extLst>
          </p:cNvPr>
          <p:cNvCxnSpPr>
            <a:cxnSpLocks/>
            <a:stCxn id="42" idx="2"/>
            <a:endCxn id="39" idx="1"/>
          </p:cNvCxnSpPr>
          <p:nvPr/>
        </p:nvCxnSpPr>
        <p:spPr>
          <a:xfrm rot="16200000" flipH="1">
            <a:off x="2750126" y="3277856"/>
            <a:ext cx="2531173" cy="52784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49" name="Graphic 48" descr="Key with solid fill">
            <a:extLst>
              <a:ext uri="{FF2B5EF4-FFF2-40B4-BE49-F238E27FC236}">
                <a16:creationId xmlns:a16="http://schemas.microsoft.com/office/drawing/2014/main" id="{EB06BAA6-2BBC-F613-BEA1-B0FC81A48B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9355133">
            <a:off x="3283404" y="1486756"/>
            <a:ext cx="303415" cy="303415"/>
          </a:xfrm>
          <a:prstGeom prst="rect">
            <a:avLst/>
          </a:prstGeom>
        </p:spPr>
      </p:pic>
      <p:cxnSp>
        <p:nvCxnSpPr>
          <p:cNvPr id="50" name="Elbow Connector 49">
            <a:extLst>
              <a:ext uri="{FF2B5EF4-FFF2-40B4-BE49-F238E27FC236}">
                <a16:creationId xmlns:a16="http://schemas.microsoft.com/office/drawing/2014/main" id="{E04B81E2-FB3C-3F71-EC3C-5C87A5F1089B}"/>
              </a:ext>
            </a:extLst>
          </p:cNvPr>
          <p:cNvCxnSpPr>
            <a:cxnSpLocks/>
            <a:stCxn id="35" idx="0"/>
            <a:endCxn id="41" idx="1"/>
          </p:cNvCxnSpPr>
          <p:nvPr/>
        </p:nvCxnSpPr>
        <p:spPr>
          <a:xfrm rot="5400000" flipH="1" flipV="1">
            <a:off x="2519150" y="1719522"/>
            <a:ext cx="725534" cy="929903"/>
          </a:xfrm>
          <a:prstGeom prst="bentConnector2">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54" name="link1" descr="Link with solid fill">
            <a:extLst>
              <a:ext uri="{FF2B5EF4-FFF2-40B4-BE49-F238E27FC236}">
                <a16:creationId xmlns:a16="http://schemas.microsoft.com/office/drawing/2014/main" id="{D0B7212D-C25A-C2B6-7A62-CDFFBF2F43F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97496" y="2547240"/>
            <a:ext cx="446306" cy="446306"/>
          </a:xfrm>
          <a:prstGeom prst="rect">
            <a:avLst/>
          </a:prstGeom>
        </p:spPr>
      </p:pic>
      <p:sp>
        <p:nvSpPr>
          <p:cNvPr id="55" name="presign-txt">
            <a:extLst>
              <a:ext uri="{FF2B5EF4-FFF2-40B4-BE49-F238E27FC236}">
                <a16:creationId xmlns:a16="http://schemas.microsoft.com/office/drawing/2014/main" id="{AB490FC3-DB5B-5CC2-A357-946D7B20C977}"/>
              </a:ext>
            </a:extLst>
          </p:cNvPr>
          <p:cNvSpPr txBox="1"/>
          <p:nvPr/>
        </p:nvSpPr>
        <p:spPr>
          <a:xfrm>
            <a:off x="4472872" y="2984462"/>
            <a:ext cx="940599" cy="424732"/>
          </a:xfrm>
          <a:prstGeom prst="rect">
            <a:avLst/>
          </a:prstGeom>
          <a:noFill/>
        </p:spPr>
        <p:txBody>
          <a:bodyPr wrap="square" rtlCol="0">
            <a:spAutoFit/>
          </a:bodyPr>
          <a:lstStyle/>
          <a:p>
            <a:pPr algn="ctr">
              <a:lnSpc>
                <a:spcPct val="90000"/>
              </a:lnSpc>
              <a:spcBef>
                <a:spcPts val="600"/>
              </a:spcBef>
            </a:pPr>
            <a:r>
              <a:rPr lang="en-US" sz="1200" dirty="0" err="1">
                <a:solidFill>
                  <a:schemeClr val="accent1"/>
                </a:solidFill>
              </a:rPr>
              <a:t>Presigned</a:t>
            </a:r>
            <a:r>
              <a:rPr lang="en-US" sz="1200" dirty="0">
                <a:solidFill>
                  <a:schemeClr val="accent1"/>
                </a:solidFill>
              </a:rPr>
              <a:t> URL</a:t>
            </a:r>
          </a:p>
        </p:txBody>
      </p:sp>
      <p:cxnSp>
        <p:nvCxnSpPr>
          <p:cNvPr id="56" name="Elbow Connector 55">
            <a:extLst>
              <a:ext uri="{FF2B5EF4-FFF2-40B4-BE49-F238E27FC236}">
                <a16:creationId xmlns:a16="http://schemas.microsoft.com/office/drawing/2014/main" id="{DE425BDA-F882-742B-ED6A-9E075837AE06}"/>
              </a:ext>
            </a:extLst>
          </p:cNvPr>
          <p:cNvCxnSpPr>
            <a:cxnSpLocks/>
            <a:stCxn id="39" idx="3"/>
          </p:cNvCxnSpPr>
          <p:nvPr/>
        </p:nvCxnSpPr>
        <p:spPr>
          <a:xfrm flipV="1">
            <a:off x="4834245" y="3536773"/>
            <a:ext cx="554020" cy="127059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60" name="Graphic 59" descr="Paper with solid fill">
            <a:extLst>
              <a:ext uri="{FF2B5EF4-FFF2-40B4-BE49-F238E27FC236}">
                <a16:creationId xmlns:a16="http://schemas.microsoft.com/office/drawing/2014/main" id="{183F6A8D-3F7C-DE50-0B2B-30156E33A4C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70576" y="1638464"/>
            <a:ext cx="414622" cy="414622"/>
          </a:xfrm>
          <a:prstGeom prst="rect">
            <a:avLst/>
          </a:prstGeom>
        </p:spPr>
      </p:pic>
      <p:sp>
        <p:nvSpPr>
          <p:cNvPr id="61" name="TextBox 60">
            <a:extLst>
              <a:ext uri="{FF2B5EF4-FFF2-40B4-BE49-F238E27FC236}">
                <a16:creationId xmlns:a16="http://schemas.microsoft.com/office/drawing/2014/main" id="{3C56EE07-9DEB-5AF4-DF30-824A8417E5D8}"/>
              </a:ext>
            </a:extLst>
          </p:cNvPr>
          <p:cNvSpPr txBox="1"/>
          <p:nvPr/>
        </p:nvSpPr>
        <p:spPr>
          <a:xfrm>
            <a:off x="6061004" y="2001266"/>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Data File</a:t>
            </a:r>
          </a:p>
        </p:txBody>
      </p:sp>
      <p:pic>
        <p:nvPicPr>
          <p:cNvPr id="65" name="Graphic 64" descr="Download with solid fill">
            <a:extLst>
              <a:ext uri="{FF2B5EF4-FFF2-40B4-BE49-F238E27FC236}">
                <a16:creationId xmlns:a16="http://schemas.microsoft.com/office/drawing/2014/main" id="{A6F07CA0-6B45-B69C-373B-9711DDABB0C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94642" y="4530058"/>
            <a:ext cx="598251" cy="598251"/>
          </a:xfrm>
          <a:prstGeom prst="rect">
            <a:avLst/>
          </a:prstGeom>
        </p:spPr>
      </p:pic>
      <p:sp>
        <p:nvSpPr>
          <p:cNvPr id="66" name="TextBox 65">
            <a:extLst>
              <a:ext uri="{FF2B5EF4-FFF2-40B4-BE49-F238E27FC236}">
                <a16:creationId xmlns:a16="http://schemas.microsoft.com/office/drawing/2014/main" id="{B56A3E13-6AC7-325A-9932-868FAF413F7A}"/>
              </a:ext>
            </a:extLst>
          </p:cNvPr>
          <p:cNvSpPr txBox="1"/>
          <p:nvPr/>
        </p:nvSpPr>
        <p:spPr>
          <a:xfrm>
            <a:off x="6558605" y="5036921"/>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Upload to S3</a:t>
            </a:r>
          </a:p>
        </p:txBody>
      </p:sp>
      <p:cxnSp>
        <p:nvCxnSpPr>
          <p:cNvPr id="67" name="Elbow Connector 66">
            <a:extLst>
              <a:ext uri="{FF2B5EF4-FFF2-40B4-BE49-F238E27FC236}">
                <a16:creationId xmlns:a16="http://schemas.microsoft.com/office/drawing/2014/main" id="{8D42EB6C-72D4-3C21-9AE9-4233488DB239}"/>
              </a:ext>
            </a:extLst>
          </p:cNvPr>
          <p:cNvCxnSpPr>
            <a:cxnSpLocks/>
            <a:stCxn id="61" idx="2"/>
            <a:endCxn id="65" idx="1"/>
          </p:cNvCxnSpPr>
          <p:nvPr/>
        </p:nvCxnSpPr>
        <p:spPr>
          <a:xfrm rot="16200000" flipH="1">
            <a:off x="5504250" y="3438792"/>
            <a:ext cx="2569386" cy="21139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74" name="key1" descr="Key with solid fill">
            <a:extLst>
              <a:ext uri="{FF2B5EF4-FFF2-40B4-BE49-F238E27FC236}">
                <a16:creationId xmlns:a16="http://schemas.microsoft.com/office/drawing/2014/main" id="{516BB9CA-7DD6-857F-EC3A-C1023255137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28972" y="2476316"/>
            <a:ext cx="588154" cy="588154"/>
          </a:xfrm>
          <a:prstGeom prst="rect">
            <a:avLst/>
          </a:prstGeom>
        </p:spPr>
      </p:pic>
      <p:sp>
        <p:nvSpPr>
          <p:cNvPr id="75" name="dockey-txt-1">
            <a:extLst>
              <a:ext uri="{FF2B5EF4-FFF2-40B4-BE49-F238E27FC236}">
                <a16:creationId xmlns:a16="http://schemas.microsoft.com/office/drawing/2014/main" id="{999260AA-5EFC-C4E8-1D1A-2C388FBC9342}"/>
              </a:ext>
            </a:extLst>
          </p:cNvPr>
          <p:cNvSpPr txBox="1"/>
          <p:nvPr/>
        </p:nvSpPr>
        <p:spPr>
          <a:xfrm>
            <a:off x="5230637" y="2975904"/>
            <a:ext cx="1061566" cy="4247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Document Key</a:t>
            </a:r>
          </a:p>
        </p:txBody>
      </p:sp>
      <p:pic>
        <p:nvPicPr>
          <p:cNvPr id="81" name="Graphic 80" descr="Morse Code with solid fill">
            <a:extLst>
              <a:ext uri="{FF2B5EF4-FFF2-40B4-BE49-F238E27FC236}">
                <a16:creationId xmlns:a16="http://schemas.microsoft.com/office/drawing/2014/main" id="{5963902E-CB77-7EA3-1563-84A3F0CCAE0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184626" y="2566683"/>
            <a:ext cx="464616" cy="464616"/>
          </a:xfrm>
          <a:prstGeom prst="rect">
            <a:avLst/>
          </a:prstGeom>
        </p:spPr>
      </p:pic>
      <p:sp>
        <p:nvSpPr>
          <p:cNvPr id="83" name="TextBox 82">
            <a:extLst>
              <a:ext uri="{FF2B5EF4-FFF2-40B4-BE49-F238E27FC236}">
                <a16:creationId xmlns:a16="http://schemas.microsoft.com/office/drawing/2014/main" id="{0D15A78B-850A-1680-0712-7F07234B322B}"/>
              </a:ext>
            </a:extLst>
          </p:cNvPr>
          <p:cNvSpPr txBox="1"/>
          <p:nvPr/>
        </p:nvSpPr>
        <p:spPr>
          <a:xfrm>
            <a:off x="8325882" y="5073058"/>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Process Job</a:t>
            </a:r>
          </a:p>
        </p:txBody>
      </p:sp>
      <p:pic>
        <p:nvPicPr>
          <p:cNvPr id="84" name="Picture 2" descr="Generated image">
            <a:extLst>
              <a:ext uri="{FF2B5EF4-FFF2-40B4-BE49-F238E27FC236}">
                <a16:creationId xmlns:a16="http://schemas.microsoft.com/office/drawing/2014/main" id="{1F511540-3322-50E5-A1E8-DAE77CFE01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655" b="23832"/>
          <a:stretch>
            <a:fillRect/>
          </a:stretch>
        </p:blipFill>
        <p:spPr bwMode="auto">
          <a:xfrm>
            <a:off x="8061899" y="1638464"/>
            <a:ext cx="809844" cy="433375"/>
          </a:xfrm>
          <a:prstGeom prst="rect">
            <a:avLst/>
          </a:prstGeom>
          <a:noFill/>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A9F61805-70C6-0F94-75B6-9F8268F23485}"/>
              </a:ext>
            </a:extLst>
          </p:cNvPr>
          <p:cNvSpPr txBox="1"/>
          <p:nvPr/>
        </p:nvSpPr>
        <p:spPr>
          <a:xfrm>
            <a:off x="7764362" y="2017659"/>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Request Process</a:t>
            </a:r>
          </a:p>
        </p:txBody>
      </p:sp>
      <p:cxnSp>
        <p:nvCxnSpPr>
          <p:cNvPr id="86" name="Elbow Connector 85">
            <a:extLst>
              <a:ext uri="{FF2B5EF4-FFF2-40B4-BE49-F238E27FC236}">
                <a16:creationId xmlns:a16="http://schemas.microsoft.com/office/drawing/2014/main" id="{C4BB8AA0-0DC6-D2CD-EAA7-43D83A0A15D6}"/>
              </a:ext>
            </a:extLst>
          </p:cNvPr>
          <p:cNvCxnSpPr>
            <a:cxnSpLocks/>
            <a:stCxn id="85" idx="2"/>
            <a:endCxn id="121" idx="1"/>
          </p:cNvCxnSpPr>
          <p:nvPr/>
        </p:nvCxnSpPr>
        <p:spPr>
          <a:xfrm rot="16200000" flipH="1">
            <a:off x="7238845" y="3423948"/>
            <a:ext cx="2557466" cy="26195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72B65250-2032-8921-2E7D-91B0323EB756}"/>
              </a:ext>
            </a:extLst>
          </p:cNvPr>
          <p:cNvSpPr txBox="1"/>
          <p:nvPr/>
        </p:nvSpPr>
        <p:spPr>
          <a:xfrm>
            <a:off x="8794694" y="3001513"/>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Job ID</a:t>
            </a:r>
          </a:p>
        </p:txBody>
      </p:sp>
      <p:cxnSp>
        <p:nvCxnSpPr>
          <p:cNvPr id="90" name="Elbow Connector 89">
            <a:extLst>
              <a:ext uri="{FF2B5EF4-FFF2-40B4-BE49-F238E27FC236}">
                <a16:creationId xmlns:a16="http://schemas.microsoft.com/office/drawing/2014/main" id="{BB021351-32BF-502E-F9E1-F685A94E0045}"/>
              </a:ext>
            </a:extLst>
          </p:cNvPr>
          <p:cNvCxnSpPr>
            <a:cxnSpLocks/>
            <a:stCxn id="121" idx="3"/>
            <a:endCxn id="89" idx="2"/>
          </p:cNvCxnSpPr>
          <p:nvPr/>
        </p:nvCxnSpPr>
        <p:spPr>
          <a:xfrm flipV="1">
            <a:off x="9238441" y="3260045"/>
            <a:ext cx="178493" cy="157361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6" name="Graphic 115" descr="Presentation with pie chart with solid fill">
            <a:extLst>
              <a:ext uri="{FF2B5EF4-FFF2-40B4-BE49-F238E27FC236}">
                <a16:creationId xmlns:a16="http://schemas.microsoft.com/office/drawing/2014/main" id="{27F623F1-83EF-62D4-5D3F-636DBE7597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11818" y="4518708"/>
            <a:ext cx="589887" cy="589887"/>
          </a:xfrm>
          <a:prstGeom prst="rect">
            <a:avLst/>
          </a:prstGeom>
        </p:spPr>
      </p:pic>
      <p:sp>
        <p:nvSpPr>
          <p:cNvPr id="117" name="TextBox 116">
            <a:extLst>
              <a:ext uri="{FF2B5EF4-FFF2-40B4-BE49-F238E27FC236}">
                <a16:creationId xmlns:a16="http://schemas.microsoft.com/office/drawing/2014/main" id="{39C4DD30-BC51-A666-9B77-448A7603DE4E}"/>
              </a:ext>
            </a:extLst>
          </p:cNvPr>
          <p:cNvSpPr txBox="1"/>
          <p:nvPr/>
        </p:nvSpPr>
        <p:spPr>
          <a:xfrm>
            <a:off x="10088382" y="5065046"/>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Results</a:t>
            </a:r>
          </a:p>
        </p:txBody>
      </p:sp>
      <p:pic>
        <p:nvPicPr>
          <p:cNvPr id="121" name="Graphic 120" descr="Single gear with solid fill">
            <a:extLst>
              <a:ext uri="{FF2B5EF4-FFF2-40B4-BE49-F238E27FC236}">
                <a16:creationId xmlns:a16="http://schemas.microsoft.com/office/drawing/2014/main" id="{728D0987-D399-5C09-93F3-048CC01DD83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48554" y="4538713"/>
            <a:ext cx="589887" cy="589887"/>
          </a:xfrm>
          <a:prstGeom prst="rect">
            <a:avLst/>
          </a:prstGeom>
        </p:spPr>
      </p:pic>
      <p:pic>
        <p:nvPicPr>
          <p:cNvPr id="124" name="Picture 2" descr="Generated image">
            <a:extLst>
              <a:ext uri="{FF2B5EF4-FFF2-40B4-BE49-F238E27FC236}">
                <a16:creationId xmlns:a16="http://schemas.microsoft.com/office/drawing/2014/main" id="{08FCD2A1-3F65-2AA3-F2C0-603EA82EB8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655" b="23832"/>
          <a:stretch>
            <a:fillRect/>
          </a:stretch>
        </p:blipFill>
        <p:spPr bwMode="auto">
          <a:xfrm>
            <a:off x="9789499" y="1640025"/>
            <a:ext cx="809844" cy="433375"/>
          </a:xfrm>
          <a:prstGeom prst="rect">
            <a:avLst/>
          </a:prstGeom>
          <a:noFill/>
          <a:extLst>
            <a:ext uri="{909E8E84-426E-40DD-AFC4-6F175D3DCCD1}">
              <a14:hiddenFill xmlns:a14="http://schemas.microsoft.com/office/drawing/2010/main">
                <a:solidFill>
                  <a:srgbClr val="FFFFFF"/>
                </a:solidFill>
              </a14:hiddenFill>
            </a:ext>
          </a:extLst>
        </p:spPr>
      </p:pic>
      <p:sp>
        <p:nvSpPr>
          <p:cNvPr id="125" name="TextBox 124">
            <a:extLst>
              <a:ext uri="{FF2B5EF4-FFF2-40B4-BE49-F238E27FC236}">
                <a16:creationId xmlns:a16="http://schemas.microsoft.com/office/drawing/2014/main" id="{0B1897FC-892E-F5D7-ACAD-B0561BF218B5}"/>
              </a:ext>
            </a:extLst>
          </p:cNvPr>
          <p:cNvSpPr txBox="1"/>
          <p:nvPr/>
        </p:nvSpPr>
        <p:spPr>
          <a:xfrm>
            <a:off x="9572181" y="2052666"/>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Request Results</a:t>
            </a:r>
          </a:p>
        </p:txBody>
      </p:sp>
      <p:cxnSp>
        <p:nvCxnSpPr>
          <p:cNvPr id="131" name="Elbow Connector 130">
            <a:extLst>
              <a:ext uri="{FF2B5EF4-FFF2-40B4-BE49-F238E27FC236}">
                <a16:creationId xmlns:a16="http://schemas.microsoft.com/office/drawing/2014/main" id="{18DFBC18-6FD0-EEFE-AB12-F8F32AF3AF5F}"/>
              </a:ext>
            </a:extLst>
          </p:cNvPr>
          <p:cNvCxnSpPr>
            <a:cxnSpLocks/>
            <a:stCxn id="125" idx="2"/>
            <a:endCxn id="116" idx="1"/>
          </p:cNvCxnSpPr>
          <p:nvPr/>
        </p:nvCxnSpPr>
        <p:spPr>
          <a:xfrm rot="16200000" flipH="1">
            <a:off x="9051892" y="3453726"/>
            <a:ext cx="2502454" cy="21739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4" name="Graphic 133" descr="Morse Code with solid fill">
            <a:extLst>
              <a:ext uri="{FF2B5EF4-FFF2-40B4-BE49-F238E27FC236}">
                <a16:creationId xmlns:a16="http://schemas.microsoft.com/office/drawing/2014/main" id="{16E9E359-73A2-DDFC-031F-2C408D9EFF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956996" y="2545703"/>
            <a:ext cx="464616" cy="464616"/>
          </a:xfrm>
          <a:prstGeom prst="rect">
            <a:avLst/>
          </a:prstGeom>
        </p:spPr>
      </p:pic>
      <p:sp>
        <p:nvSpPr>
          <p:cNvPr id="135" name="TextBox 134">
            <a:extLst>
              <a:ext uri="{FF2B5EF4-FFF2-40B4-BE49-F238E27FC236}">
                <a16:creationId xmlns:a16="http://schemas.microsoft.com/office/drawing/2014/main" id="{AE60DBEF-B420-3A35-CB26-AD67FC60B6D7}"/>
              </a:ext>
            </a:extLst>
          </p:cNvPr>
          <p:cNvSpPr txBox="1"/>
          <p:nvPr/>
        </p:nvSpPr>
        <p:spPr>
          <a:xfrm>
            <a:off x="10567064" y="2980533"/>
            <a:ext cx="1244480" cy="258532"/>
          </a:xfrm>
          <a:prstGeom prst="rect">
            <a:avLst/>
          </a:prstGeom>
          <a:noFill/>
        </p:spPr>
        <p:txBody>
          <a:bodyPr wrap="square" rtlCol="0">
            <a:spAutoFit/>
          </a:bodyPr>
          <a:lstStyle/>
          <a:p>
            <a:pPr algn="ctr">
              <a:lnSpc>
                <a:spcPct val="90000"/>
              </a:lnSpc>
              <a:spcBef>
                <a:spcPts val="600"/>
              </a:spcBef>
            </a:pPr>
            <a:r>
              <a:rPr lang="en-US" sz="1200" dirty="0">
                <a:solidFill>
                  <a:schemeClr val="accent1"/>
                </a:solidFill>
              </a:rPr>
              <a:t>Results</a:t>
            </a:r>
          </a:p>
        </p:txBody>
      </p:sp>
      <p:cxnSp>
        <p:nvCxnSpPr>
          <p:cNvPr id="136" name="Elbow Connector 135">
            <a:extLst>
              <a:ext uri="{FF2B5EF4-FFF2-40B4-BE49-F238E27FC236}">
                <a16:creationId xmlns:a16="http://schemas.microsoft.com/office/drawing/2014/main" id="{8C021711-9CDE-979E-5F35-BB13836FFB00}"/>
              </a:ext>
            </a:extLst>
          </p:cNvPr>
          <p:cNvCxnSpPr>
            <a:cxnSpLocks/>
            <a:stCxn id="116" idx="3"/>
            <a:endCxn id="135" idx="2"/>
          </p:cNvCxnSpPr>
          <p:nvPr/>
        </p:nvCxnSpPr>
        <p:spPr>
          <a:xfrm flipV="1">
            <a:off x="11001705" y="3239065"/>
            <a:ext cx="187599" cy="15745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Elbow Connector 139">
            <a:extLst>
              <a:ext uri="{FF2B5EF4-FFF2-40B4-BE49-F238E27FC236}">
                <a16:creationId xmlns:a16="http://schemas.microsoft.com/office/drawing/2014/main" id="{A7DD204B-26C8-CFE7-3076-52B7E8A7161B}"/>
              </a:ext>
            </a:extLst>
          </p:cNvPr>
          <p:cNvCxnSpPr>
            <a:cxnSpLocks/>
            <a:stCxn id="81" idx="0"/>
            <a:endCxn id="124" idx="1"/>
          </p:cNvCxnSpPr>
          <p:nvPr/>
        </p:nvCxnSpPr>
        <p:spPr>
          <a:xfrm rot="5400000" flipH="1" flipV="1">
            <a:off x="9248231" y="2025416"/>
            <a:ext cx="709970" cy="372565"/>
          </a:xfrm>
          <a:prstGeom prst="bentConnector2">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4" name="Elbow Connector 143">
            <a:extLst>
              <a:ext uri="{FF2B5EF4-FFF2-40B4-BE49-F238E27FC236}">
                <a16:creationId xmlns:a16="http://schemas.microsoft.com/office/drawing/2014/main" id="{DE4F5C84-96D3-A87C-561F-7DC915E1B6CF}"/>
              </a:ext>
            </a:extLst>
          </p:cNvPr>
          <p:cNvCxnSpPr>
            <a:cxnSpLocks/>
            <a:stCxn id="66" idx="2"/>
            <a:endCxn id="83" idx="2"/>
          </p:cNvCxnSpPr>
          <p:nvPr/>
        </p:nvCxnSpPr>
        <p:spPr>
          <a:xfrm rot="16200000" flipH="1">
            <a:off x="8046415" y="4429882"/>
            <a:ext cx="36137" cy="1767277"/>
          </a:xfrm>
          <a:prstGeom prst="bentConnector3">
            <a:avLst>
              <a:gd name="adj1" fmla="val 732593"/>
            </a:avLst>
          </a:prstGeom>
          <a:ln>
            <a:solidFill>
              <a:schemeClr val="tx1">
                <a:lumMod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3" name="dockkey-box-connector">
            <a:extLst>
              <a:ext uri="{FF2B5EF4-FFF2-40B4-BE49-F238E27FC236}">
                <a16:creationId xmlns:a16="http://schemas.microsoft.com/office/drawing/2014/main" id="{6B7BCD34-76AC-9C1B-5958-53FC22E82DBD}"/>
              </a:ext>
            </a:extLst>
          </p:cNvPr>
          <p:cNvCxnSpPr>
            <a:cxnSpLocks/>
          </p:cNvCxnSpPr>
          <p:nvPr/>
        </p:nvCxnSpPr>
        <p:spPr>
          <a:xfrm flipV="1">
            <a:off x="11558944" y="1249980"/>
            <a:ext cx="2165746" cy="7388"/>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4" name="url-to-http">
            <a:extLst>
              <a:ext uri="{FF2B5EF4-FFF2-40B4-BE49-F238E27FC236}">
                <a16:creationId xmlns:a16="http://schemas.microsoft.com/office/drawing/2014/main" id="{E665EBF4-9E05-7486-8760-6DF260B4D2A3}"/>
              </a:ext>
            </a:extLst>
          </p:cNvPr>
          <p:cNvCxnSpPr>
            <a:cxnSpLocks/>
          </p:cNvCxnSpPr>
          <p:nvPr/>
        </p:nvCxnSpPr>
        <p:spPr>
          <a:xfrm flipV="1">
            <a:off x="4899647" y="1893616"/>
            <a:ext cx="1474925" cy="599683"/>
          </a:xfrm>
          <a:prstGeom prst="bentConnector3">
            <a:avLst>
              <a:gd name="adj1" fmla="val 215"/>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0" name="dock-key-to-http">
            <a:extLst>
              <a:ext uri="{FF2B5EF4-FFF2-40B4-BE49-F238E27FC236}">
                <a16:creationId xmlns:a16="http://schemas.microsoft.com/office/drawing/2014/main" id="{A684CE26-E9F1-EAE7-449B-AAB179D2D9C3}"/>
              </a:ext>
            </a:extLst>
          </p:cNvPr>
          <p:cNvCxnSpPr>
            <a:endCxn id="84" idx="1"/>
          </p:cNvCxnSpPr>
          <p:nvPr/>
        </p:nvCxnSpPr>
        <p:spPr>
          <a:xfrm flipV="1">
            <a:off x="6017126" y="1855152"/>
            <a:ext cx="2044773" cy="915241"/>
          </a:xfrm>
          <a:prstGeom prst="bentConnector3">
            <a:avLst>
              <a:gd name="adj1" fmla="val 68972"/>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6670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500"/>
                                        <p:tgtEl>
                                          <p:spTgt spid="4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500"/>
                                        <p:tgtEl>
                                          <p:spTgt spid="42"/>
                                        </p:tgtEl>
                                      </p:cBhvr>
                                    </p:animEffect>
                                  </p:childTnLst>
                                </p:cTn>
                              </p:par>
                              <p:par>
                                <p:cTn id="75" presetID="10"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par>
                                <p:cTn id="78" presetID="10" presetClass="entr" presetSubtype="0" fill="hold"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fade">
                                      <p:cBhvr>
                                        <p:cTn id="80" dur="500"/>
                                        <p:tgtEl>
                                          <p:spTgt spid="50"/>
                                        </p:tgtEl>
                                      </p:cBhvr>
                                    </p:animEffect>
                                  </p:childTnLst>
                                </p:cTn>
                              </p:par>
                              <p:par>
                                <p:cTn id="81" presetID="10"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500"/>
                                        <p:tgtEl>
                                          <p:spTgt spid="43"/>
                                        </p:tgtEl>
                                      </p:cBhvr>
                                    </p:animEffect>
                                  </p:childTnLst>
                                </p:cTn>
                              </p:par>
                              <p:par>
                                <p:cTn id="84" presetID="10" presetClass="entr" presetSubtype="0" fill="hold"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500"/>
                                        <p:tgtEl>
                                          <p:spTgt spid="40"/>
                                        </p:tgtEl>
                                      </p:cBhvr>
                                    </p:animEffect>
                                  </p:childTnLst>
                                </p:cTn>
                              </p:par>
                              <p:par>
                                <p:cTn id="90" presetID="10" presetClass="entr" presetSubtype="0" fill="hold" nodeType="with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500"/>
                                        <p:tgtEl>
                                          <p:spTgt spid="5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fade">
                                      <p:cBhvr>
                                        <p:cTn id="95" dur="500"/>
                                        <p:tgtEl>
                                          <p:spTgt spid="55"/>
                                        </p:tgtEl>
                                      </p:cBhvr>
                                    </p:animEffect>
                                  </p:childTnLst>
                                </p:cTn>
                              </p:par>
                              <p:par>
                                <p:cTn id="96" presetID="10" presetClass="entr" presetSubtype="0" fill="hold" nodeType="with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fade">
                                      <p:cBhvr>
                                        <p:cTn id="98" dur="500"/>
                                        <p:tgtEl>
                                          <p:spTgt spid="54"/>
                                        </p:tgtEl>
                                      </p:cBhvr>
                                    </p:animEffect>
                                  </p:childTnLst>
                                </p:cTn>
                              </p:par>
                              <p:par>
                                <p:cTn id="99" presetID="10" presetClass="entr" presetSubtype="0" fill="hold" nodeType="withEffect">
                                  <p:stCondLst>
                                    <p:cond delay="0"/>
                                  </p:stCondLst>
                                  <p:childTnLst>
                                    <p:set>
                                      <p:cBhvr>
                                        <p:cTn id="100" dur="1" fill="hold">
                                          <p:stCondLst>
                                            <p:cond delay="0"/>
                                          </p:stCondLst>
                                        </p:cTn>
                                        <p:tgtEl>
                                          <p:spTgt spid="74"/>
                                        </p:tgtEl>
                                        <p:attrNameLst>
                                          <p:attrName>style.visibility</p:attrName>
                                        </p:attrNameLst>
                                      </p:cBhvr>
                                      <p:to>
                                        <p:strVal val="visible"/>
                                      </p:to>
                                    </p:set>
                                    <p:animEffect transition="in" filter="fade">
                                      <p:cBhvr>
                                        <p:cTn id="101" dur="500"/>
                                        <p:tgtEl>
                                          <p:spTgt spid="7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5"/>
                                        </p:tgtEl>
                                        <p:attrNameLst>
                                          <p:attrName>style.visibility</p:attrName>
                                        </p:attrNameLst>
                                      </p:cBhvr>
                                      <p:to>
                                        <p:strVal val="visible"/>
                                      </p:to>
                                    </p:set>
                                    <p:animEffect transition="in" filter="fade">
                                      <p:cBhvr>
                                        <p:cTn id="104" dur="500"/>
                                        <p:tgtEl>
                                          <p:spTgt spid="7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60"/>
                                        </p:tgtEl>
                                        <p:attrNameLst>
                                          <p:attrName>style.visibility</p:attrName>
                                        </p:attrNameLst>
                                      </p:cBhvr>
                                      <p:to>
                                        <p:strVal val="visible"/>
                                      </p:to>
                                    </p:set>
                                    <p:animEffect transition="in" filter="fade">
                                      <p:cBhvr>
                                        <p:cTn id="109" dur="500"/>
                                        <p:tgtEl>
                                          <p:spTgt spid="60"/>
                                        </p:tgtEl>
                                      </p:cBhvr>
                                    </p:animEffect>
                                  </p:childTnLst>
                                </p:cTn>
                              </p:par>
                              <p:par>
                                <p:cTn id="110" presetID="10" presetClass="entr" presetSubtype="0" fill="hold" nodeType="withEffect">
                                  <p:stCondLst>
                                    <p:cond delay="0"/>
                                  </p:stCondLst>
                                  <p:childTnLst>
                                    <p:set>
                                      <p:cBhvr>
                                        <p:cTn id="111" dur="1" fill="hold">
                                          <p:stCondLst>
                                            <p:cond delay="0"/>
                                          </p:stCondLst>
                                        </p:cTn>
                                        <p:tgtEl>
                                          <p:spTgt spid="64"/>
                                        </p:tgtEl>
                                        <p:attrNameLst>
                                          <p:attrName>style.visibility</p:attrName>
                                        </p:attrNameLst>
                                      </p:cBhvr>
                                      <p:to>
                                        <p:strVal val="visible"/>
                                      </p:to>
                                    </p:set>
                                    <p:animEffect transition="in" filter="fade">
                                      <p:cBhvr>
                                        <p:cTn id="112" dur="500"/>
                                        <p:tgtEl>
                                          <p:spTgt spid="6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61"/>
                                        </p:tgtEl>
                                        <p:attrNameLst>
                                          <p:attrName>style.visibility</p:attrName>
                                        </p:attrNameLst>
                                      </p:cBhvr>
                                      <p:to>
                                        <p:strVal val="visible"/>
                                      </p:to>
                                    </p:set>
                                    <p:animEffect transition="in" filter="fade">
                                      <p:cBhvr>
                                        <p:cTn id="115" dur="500"/>
                                        <p:tgtEl>
                                          <p:spTgt spid="61"/>
                                        </p:tgtEl>
                                      </p:cBhvr>
                                    </p:animEffect>
                                  </p:childTnLst>
                                </p:cTn>
                              </p:par>
                              <p:par>
                                <p:cTn id="116" presetID="10" presetClass="entr" presetSubtype="0" fill="hold" nodeType="withEffect">
                                  <p:stCondLst>
                                    <p:cond delay="0"/>
                                  </p:stCondLst>
                                  <p:childTnLst>
                                    <p:set>
                                      <p:cBhvr>
                                        <p:cTn id="117" dur="1" fill="hold">
                                          <p:stCondLst>
                                            <p:cond delay="0"/>
                                          </p:stCondLst>
                                        </p:cTn>
                                        <p:tgtEl>
                                          <p:spTgt spid="67"/>
                                        </p:tgtEl>
                                        <p:attrNameLst>
                                          <p:attrName>style.visibility</p:attrName>
                                        </p:attrNameLst>
                                      </p:cBhvr>
                                      <p:to>
                                        <p:strVal val="visible"/>
                                      </p:to>
                                    </p:set>
                                    <p:animEffect transition="in" filter="fade">
                                      <p:cBhvr>
                                        <p:cTn id="118" dur="500"/>
                                        <p:tgtEl>
                                          <p:spTgt spid="67"/>
                                        </p:tgtEl>
                                      </p:cBhvr>
                                    </p:animEffect>
                                  </p:childTnLst>
                                </p:cTn>
                              </p:par>
                              <p:par>
                                <p:cTn id="119" presetID="10" presetClass="entr" presetSubtype="0" fill="hold" nodeType="withEffect">
                                  <p:stCondLst>
                                    <p:cond delay="0"/>
                                  </p:stCondLst>
                                  <p:childTnLst>
                                    <p:set>
                                      <p:cBhvr>
                                        <p:cTn id="120" dur="1" fill="hold">
                                          <p:stCondLst>
                                            <p:cond delay="0"/>
                                          </p:stCondLst>
                                        </p:cTn>
                                        <p:tgtEl>
                                          <p:spTgt spid="65"/>
                                        </p:tgtEl>
                                        <p:attrNameLst>
                                          <p:attrName>style.visibility</p:attrName>
                                        </p:attrNameLst>
                                      </p:cBhvr>
                                      <p:to>
                                        <p:strVal val="visible"/>
                                      </p:to>
                                    </p:set>
                                    <p:animEffect transition="in" filter="fade">
                                      <p:cBhvr>
                                        <p:cTn id="121" dur="500"/>
                                        <p:tgtEl>
                                          <p:spTgt spid="6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6"/>
                                        </p:tgtEl>
                                        <p:attrNameLst>
                                          <p:attrName>style.visibility</p:attrName>
                                        </p:attrNameLst>
                                      </p:cBhvr>
                                      <p:to>
                                        <p:strVal val="visible"/>
                                      </p:to>
                                    </p:set>
                                    <p:animEffect transition="in" filter="fade">
                                      <p:cBhvr>
                                        <p:cTn id="124" dur="500"/>
                                        <p:tgtEl>
                                          <p:spTgt spid="66"/>
                                        </p:tgtEl>
                                      </p:cBhvr>
                                    </p:animEffect>
                                  </p:childTnLst>
                                </p:cTn>
                              </p:par>
                            </p:childTnLst>
                          </p:cTn>
                        </p:par>
                        <p:par>
                          <p:cTn id="125" fill="hold">
                            <p:stCondLst>
                              <p:cond delay="500"/>
                            </p:stCondLst>
                            <p:childTnLst>
                              <p:par>
                                <p:cTn id="126" presetID="10" presetClass="entr" presetSubtype="0" fill="hold" nodeType="afterEffect">
                                  <p:stCondLst>
                                    <p:cond delay="0"/>
                                  </p:stCondLst>
                                  <p:childTnLst>
                                    <p:set>
                                      <p:cBhvr>
                                        <p:cTn id="127" dur="1" fill="hold">
                                          <p:stCondLst>
                                            <p:cond delay="0"/>
                                          </p:stCondLst>
                                        </p:cTn>
                                        <p:tgtEl>
                                          <p:spTgt spid="53"/>
                                        </p:tgtEl>
                                        <p:attrNameLst>
                                          <p:attrName>style.visibility</p:attrName>
                                        </p:attrNameLst>
                                      </p:cBhvr>
                                      <p:to>
                                        <p:strVal val="visible"/>
                                      </p:to>
                                    </p:set>
                                    <p:animEffect transition="in" filter="fade">
                                      <p:cBhvr>
                                        <p:cTn id="128" dur="500"/>
                                        <p:tgtEl>
                                          <p:spTgt spid="53"/>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84"/>
                                        </p:tgtEl>
                                        <p:attrNameLst>
                                          <p:attrName>style.visibility</p:attrName>
                                        </p:attrNameLst>
                                      </p:cBhvr>
                                      <p:to>
                                        <p:strVal val="visible"/>
                                      </p:to>
                                    </p:set>
                                    <p:animEffect transition="in" filter="fade">
                                      <p:cBhvr>
                                        <p:cTn id="133" dur="500"/>
                                        <p:tgtEl>
                                          <p:spTgt spid="8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85"/>
                                        </p:tgtEl>
                                        <p:attrNameLst>
                                          <p:attrName>style.visibility</p:attrName>
                                        </p:attrNameLst>
                                      </p:cBhvr>
                                      <p:to>
                                        <p:strVal val="visible"/>
                                      </p:to>
                                    </p:set>
                                    <p:animEffect transition="in" filter="fade">
                                      <p:cBhvr>
                                        <p:cTn id="136" dur="500"/>
                                        <p:tgtEl>
                                          <p:spTgt spid="85"/>
                                        </p:tgtEl>
                                      </p:cBhvr>
                                    </p:animEffect>
                                  </p:childTnLst>
                                </p:cTn>
                              </p:par>
                              <p:par>
                                <p:cTn id="137" presetID="10" presetClass="entr" presetSubtype="0" fill="hold" nodeType="withEffect">
                                  <p:stCondLst>
                                    <p:cond delay="0"/>
                                  </p:stCondLst>
                                  <p:childTnLst>
                                    <p:set>
                                      <p:cBhvr>
                                        <p:cTn id="138" dur="1" fill="hold">
                                          <p:stCondLst>
                                            <p:cond delay="0"/>
                                          </p:stCondLst>
                                        </p:cTn>
                                        <p:tgtEl>
                                          <p:spTgt spid="86"/>
                                        </p:tgtEl>
                                        <p:attrNameLst>
                                          <p:attrName>style.visibility</p:attrName>
                                        </p:attrNameLst>
                                      </p:cBhvr>
                                      <p:to>
                                        <p:strVal val="visible"/>
                                      </p:to>
                                    </p:set>
                                    <p:animEffect transition="in" filter="fade">
                                      <p:cBhvr>
                                        <p:cTn id="139" dur="500"/>
                                        <p:tgtEl>
                                          <p:spTgt spid="86"/>
                                        </p:tgtEl>
                                      </p:cBhvr>
                                    </p:animEffect>
                                  </p:childTnLst>
                                </p:cTn>
                              </p:par>
                              <p:par>
                                <p:cTn id="140" presetID="10" presetClass="entr" presetSubtype="0" fill="hold" nodeType="withEffect">
                                  <p:stCondLst>
                                    <p:cond delay="0"/>
                                  </p:stCondLst>
                                  <p:childTnLst>
                                    <p:set>
                                      <p:cBhvr>
                                        <p:cTn id="141" dur="1" fill="hold">
                                          <p:stCondLst>
                                            <p:cond delay="0"/>
                                          </p:stCondLst>
                                        </p:cTn>
                                        <p:tgtEl>
                                          <p:spTgt spid="121"/>
                                        </p:tgtEl>
                                        <p:attrNameLst>
                                          <p:attrName>style.visibility</p:attrName>
                                        </p:attrNameLst>
                                      </p:cBhvr>
                                      <p:to>
                                        <p:strVal val="visible"/>
                                      </p:to>
                                    </p:set>
                                    <p:animEffect transition="in" filter="fade">
                                      <p:cBhvr>
                                        <p:cTn id="142" dur="500"/>
                                        <p:tgtEl>
                                          <p:spTgt spid="12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83"/>
                                        </p:tgtEl>
                                        <p:attrNameLst>
                                          <p:attrName>style.visibility</p:attrName>
                                        </p:attrNameLst>
                                      </p:cBhvr>
                                      <p:to>
                                        <p:strVal val="visible"/>
                                      </p:to>
                                    </p:set>
                                    <p:animEffect transition="in" filter="fade">
                                      <p:cBhvr>
                                        <p:cTn id="145" dur="500"/>
                                        <p:tgtEl>
                                          <p:spTgt spid="83"/>
                                        </p:tgtEl>
                                      </p:cBhvr>
                                    </p:animEffect>
                                  </p:childTnLst>
                                </p:cTn>
                              </p:par>
                              <p:par>
                                <p:cTn id="146" presetID="10" presetClass="entr" presetSubtype="0" fill="hold" nodeType="withEffect">
                                  <p:stCondLst>
                                    <p:cond delay="0"/>
                                  </p:stCondLst>
                                  <p:childTnLst>
                                    <p:set>
                                      <p:cBhvr>
                                        <p:cTn id="147" dur="1" fill="hold">
                                          <p:stCondLst>
                                            <p:cond delay="0"/>
                                          </p:stCondLst>
                                        </p:cTn>
                                        <p:tgtEl>
                                          <p:spTgt spid="90"/>
                                        </p:tgtEl>
                                        <p:attrNameLst>
                                          <p:attrName>style.visibility</p:attrName>
                                        </p:attrNameLst>
                                      </p:cBhvr>
                                      <p:to>
                                        <p:strVal val="visible"/>
                                      </p:to>
                                    </p:set>
                                    <p:animEffect transition="in" filter="fade">
                                      <p:cBhvr>
                                        <p:cTn id="148" dur="500"/>
                                        <p:tgtEl>
                                          <p:spTgt spid="90"/>
                                        </p:tgtEl>
                                      </p:cBhvr>
                                    </p:animEffect>
                                  </p:childTnLst>
                                </p:cTn>
                              </p:par>
                              <p:par>
                                <p:cTn id="149" presetID="10" presetClass="entr" presetSubtype="0" fill="hold" nodeType="withEffect">
                                  <p:stCondLst>
                                    <p:cond delay="0"/>
                                  </p:stCondLst>
                                  <p:childTnLst>
                                    <p:set>
                                      <p:cBhvr>
                                        <p:cTn id="150" dur="1" fill="hold">
                                          <p:stCondLst>
                                            <p:cond delay="0"/>
                                          </p:stCondLst>
                                        </p:cTn>
                                        <p:tgtEl>
                                          <p:spTgt spid="81"/>
                                        </p:tgtEl>
                                        <p:attrNameLst>
                                          <p:attrName>style.visibility</p:attrName>
                                        </p:attrNameLst>
                                      </p:cBhvr>
                                      <p:to>
                                        <p:strVal val="visible"/>
                                      </p:to>
                                    </p:set>
                                    <p:animEffect transition="in" filter="fade">
                                      <p:cBhvr>
                                        <p:cTn id="151" dur="500"/>
                                        <p:tgtEl>
                                          <p:spTgt spid="81"/>
                                        </p:tgtEl>
                                      </p:cBhvr>
                                    </p:animEffect>
                                  </p:childTnLst>
                                </p:cTn>
                              </p:par>
                              <p:par>
                                <p:cTn id="152" presetID="10" presetClass="entr" presetSubtype="0" fill="hold" nodeType="withEffect">
                                  <p:stCondLst>
                                    <p:cond delay="0"/>
                                  </p:stCondLst>
                                  <p:childTnLst>
                                    <p:set>
                                      <p:cBhvr>
                                        <p:cTn id="153" dur="1" fill="hold">
                                          <p:stCondLst>
                                            <p:cond delay="0"/>
                                          </p:stCondLst>
                                        </p:cTn>
                                        <p:tgtEl>
                                          <p:spTgt spid="144"/>
                                        </p:tgtEl>
                                        <p:attrNameLst>
                                          <p:attrName>style.visibility</p:attrName>
                                        </p:attrNameLst>
                                      </p:cBhvr>
                                      <p:to>
                                        <p:strVal val="visible"/>
                                      </p:to>
                                    </p:set>
                                    <p:animEffect transition="in" filter="fade">
                                      <p:cBhvr>
                                        <p:cTn id="154" dur="500"/>
                                        <p:tgtEl>
                                          <p:spTgt spid="14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89"/>
                                        </p:tgtEl>
                                        <p:attrNameLst>
                                          <p:attrName>style.visibility</p:attrName>
                                        </p:attrNameLst>
                                      </p:cBhvr>
                                      <p:to>
                                        <p:strVal val="visible"/>
                                      </p:to>
                                    </p:set>
                                    <p:animEffect transition="in" filter="fade">
                                      <p:cBhvr>
                                        <p:cTn id="157" dur="500"/>
                                        <p:tgtEl>
                                          <p:spTgt spid="89"/>
                                        </p:tgtEl>
                                      </p:cBhvr>
                                    </p:animEffect>
                                  </p:childTnLst>
                                </p:cTn>
                              </p:par>
                              <p:par>
                                <p:cTn id="158" presetID="10" presetClass="entr" presetSubtype="0" fill="hold" nodeType="withEffect">
                                  <p:stCondLst>
                                    <p:cond delay="0"/>
                                  </p:stCondLst>
                                  <p:childTnLst>
                                    <p:set>
                                      <p:cBhvr>
                                        <p:cTn id="159" dur="1" fill="hold">
                                          <p:stCondLst>
                                            <p:cond delay="0"/>
                                          </p:stCondLst>
                                        </p:cTn>
                                        <p:tgtEl>
                                          <p:spTgt spid="80"/>
                                        </p:tgtEl>
                                        <p:attrNameLst>
                                          <p:attrName>style.visibility</p:attrName>
                                        </p:attrNameLst>
                                      </p:cBhvr>
                                      <p:to>
                                        <p:strVal val="visible"/>
                                      </p:to>
                                    </p:set>
                                    <p:animEffect transition="in" filter="fade">
                                      <p:cBhvr>
                                        <p:cTn id="160" dur="500"/>
                                        <p:tgtEl>
                                          <p:spTgt spid="80"/>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124"/>
                                        </p:tgtEl>
                                        <p:attrNameLst>
                                          <p:attrName>style.visibility</p:attrName>
                                        </p:attrNameLst>
                                      </p:cBhvr>
                                      <p:to>
                                        <p:strVal val="visible"/>
                                      </p:to>
                                    </p:set>
                                    <p:animEffect transition="in" filter="fade">
                                      <p:cBhvr>
                                        <p:cTn id="165" dur="500"/>
                                        <p:tgtEl>
                                          <p:spTgt spid="124"/>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125"/>
                                        </p:tgtEl>
                                        <p:attrNameLst>
                                          <p:attrName>style.visibility</p:attrName>
                                        </p:attrNameLst>
                                      </p:cBhvr>
                                      <p:to>
                                        <p:strVal val="visible"/>
                                      </p:to>
                                    </p:set>
                                    <p:animEffect transition="in" filter="fade">
                                      <p:cBhvr>
                                        <p:cTn id="168" dur="500"/>
                                        <p:tgtEl>
                                          <p:spTgt spid="125"/>
                                        </p:tgtEl>
                                      </p:cBhvr>
                                    </p:animEffect>
                                  </p:childTnLst>
                                </p:cTn>
                              </p:par>
                              <p:par>
                                <p:cTn id="169" presetID="10" presetClass="entr" presetSubtype="0" fill="hold" nodeType="withEffect">
                                  <p:stCondLst>
                                    <p:cond delay="0"/>
                                  </p:stCondLst>
                                  <p:childTnLst>
                                    <p:set>
                                      <p:cBhvr>
                                        <p:cTn id="170" dur="1" fill="hold">
                                          <p:stCondLst>
                                            <p:cond delay="0"/>
                                          </p:stCondLst>
                                        </p:cTn>
                                        <p:tgtEl>
                                          <p:spTgt spid="140"/>
                                        </p:tgtEl>
                                        <p:attrNameLst>
                                          <p:attrName>style.visibility</p:attrName>
                                        </p:attrNameLst>
                                      </p:cBhvr>
                                      <p:to>
                                        <p:strVal val="visible"/>
                                      </p:to>
                                    </p:set>
                                    <p:animEffect transition="in" filter="fade">
                                      <p:cBhvr>
                                        <p:cTn id="171" dur="500"/>
                                        <p:tgtEl>
                                          <p:spTgt spid="140"/>
                                        </p:tgtEl>
                                      </p:cBhvr>
                                    </p:animEffect>
                                  </p:childTnLst>
                                </p:cTn>
                              </p:par>
                              <p:par>
                                <p:cTn id="172" presetID="10" presetClass="entr" presetSubtype="0" fill="hold" nodeType="withEffect">
                                  <p:stCondLst>
                                    <p:cond delay="0"/>
                                  </p:stCondLst>
                                  <p:childTnLst>
                                    <p:set>
                                      <p:cBhvr>
                                        <p:cTn id="173" dur="1" fill="hold">
                                          <p:stCondLst>
                                            <p:cond delay="0"/>
                                          </p:stCondLst>
                                        </p:cTn>
                                        <p:tgtEl>
                                          <p:spTgt spid="131"/>
                                        </p:tgtEl>
                                        <p:attrNameLst>
                                          <p:attrName>style.visibility</p:attrName>
                                        </p:attrNameLst>
                                      </p:cBhvr>
                                      <p:to>
                                        <p:strVal val="visible"/>
                                      </p:to>
                                    </p:set>
                                    <p:animEffect transition="in" filter="fade">
                                      <p:cBhvr>
                                        <p:cTn id="174" dur="500"/>
                                        <p:tgtEl>
                                          <p:spTgt spid="131"/>
                                        </p:tgtEl>
                                      </p:cBhvr>
                                    </p:animEffect>
                                  </p:childTnLst>
                                </p:cTn>
                              </p:par>
                              <p:par>
                                <p:cTn id="175" presetID="10" presetClass="entr" presetSubtype="0" fill="hold" nodeType="withEffect">
                                  <p:stCondLst>
                                    <p:cond delay="0"/>
                                  </p:stCondLst>
                                  <p:childTnLst>
                                    <p:set>
                                      <p:cBhvr>
                                        <p:cTn id="176" dur="1" fill="hold">
                                          <p:stCondLst>
                                            <p:cond delay="0"/>
                                          </p:stCondLst>
                                        </p:cTn>
                                        <p:tgtEl>
                                          <p:spTgt spid="116"/>
                                        </p:tgtEl>
                                        <p:attrNameLst>
                                          <p:attrName>style.visibility</p:attrName>
                                        </p:attrNameLst>
                                      </p:cBhvr>
                                      <p:to>
                                        <p:strVal val="visible"/>
                                      </p:to>
                                    </p:set>
                                    <p:animEffect transition="in" filter="fade">
                                      <p:cBhvr>
                                        <p:cTn id="177" dur="500"/>
                                        <p:tgtEl>
                                          <p:spTgt spid="116"/>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117"/>
                                        </p:tgtEl>
                                        <p:attrNameLst>
                                          <p:attrName>style.visibility</p:attrName>
                                        </p:attrNameLst>
                                      </p:cBhvr>
                                      <p:to>
                                        <p:strVal val="visible"/>
                                      </p:to>
                                    </p:set>
                                    <p:animEffect transition="in" filter="fade">
                                      <p:cBhvr>
                                        <p:cTn id="180" dur="500"/>
                                        <p:tgtEl>
                                          <p:spTgt spid="117"/>
                                        </p:tgtEl>
                                      </p:cBhvr>
                                    </p:animEffect>
                                  </p:childTnLst>
                                </p:cTn>
                              </p:par>
                              <p:par>
                                <p:cTn id="181" presetID="10" presetClass="entr" presetSubtype="0" fill="hold" nodeType="withEffect">
                                  <p:stCondLst>
                                    <p:cond delay="0"/>
                                  </p:stCondLst>
                                  <p:childTnLst>
                                    <p:set>
                                      <p:cBhvr>
                                        <p:cTn id="182" dur="1" fill="hold">
                                          <p:stCondLst>
                                            <p:cond delay="0"/>
                                          </p:stCondLst>
                                        </p:cTn>
                                        <p:tgtEl>
                                          <p:spTgt spid="136"/>
                                        </p:tgtEl>
                                        <p:attrNameLst>
                                          <p:attrName>style.visibility</p:attrName>
                                        </p:attrNameLst>
                                      </p:cBhvr>
                                      <p:to>
                                        <p:strVal val="visible"/>
                                      </p:to>
                                    </p:set>
                                    <p:animEffect transition="in" filter="fade">
                                      <p:cBhvr>
                                        <p:cTn id="183" dur="500"/>
                                        <p:tgtEl>
                                          <p:spTgt spid="136"/>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135"/>
                                        </p:tgtEl>
                                        <p:attrNameLst>
                                          <p:attrName>style.visibility</p:attrName>
                                        </p:attrNameLst>
                                      </p:cBhvr>
                                      <p:to>
                                        <p:strVal val="visible"/>
                                      </p:to>
                                    </p:set>
                                    <p:animEffect transition="in" filter="fade">
                                      <p:cBhvr>
                                        <p:cTn id="186" dur="500"/>
                                        <p:tgtEl>
                                          <p:spTgt spid="135"/>
                                        </p:tgtEl>
                                      </p:cBhvr>
                                    </p:animEffect>
                                  </p:childTnLst>
                                </p:cTn>
                              </p:par>
                              <p:par>
                                <p:cTn id="187" presetID="10" presetClass="entr" presetSubtype="0" fill="hold" nodeType="withEffect">
                                  <p:stCondLst>
                                    <p:cond delay="0"/>
                                  </p:stCondLst>
                                  <p:childTnLst>
                                    <p:set>
                                      <p:cBhvr>
                                        <p:cTn id="188" dur="1" fill="hold">
                                          <p:stCondLst>
                                            <p:cond delay="0"/>
                                          </p:stCondLst>
                                        </p:cTn>
                                        <p:tgtEl>
                                          <p:spTgt spid="134"/>
                                        </p:tgtEl>
                                        <p:attrNameLst>
                                          <p:attrName>style.visibility</p:attrName>
                                        </p:attrNameLst>
                                      </p:cBhvr>
                                      <p:to>
                                        <p:strVal val="visible"/>
                                      </p:to>
                                    </p:set>
                                    <p:animEffect transition="in" filter="fade">
                                      <p:cBhvr>
                                        <p:cTn id="189"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4" grpId="0"/>
      <p:bldP spid="18" grpId="0"/>
      <p:bldP spid="20" grpId="0"/>
      <p:bldP spid="22" grpId="0"/>
      <p:bldP spid="26" grpId="0"/>
      <p:bldP spid="34" grpId="0"/>
      <p:bldP spid="40" grpId="0"/>
      <p:bldP spid="42" grpId="0"/>
      <p:bldP spid="55" grpId="0"/>
      <p:bldP spid="61" grpId="0"/>
      <p:bldP spid="66" grpId="0"/>
      <p:bldP spid="75" grpId="0"/>
      <p:bldP spid="83" grpId="0"/>
      <p:bldP spid="85" grpId="0"/>
      <p:bldP spid="89" grpId="0"/>
      <p:bldP spid="117" grpId="0"/>
      <p:bldP spid="125" grpId="0"/>
      <p:bldP spid="1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48945-4E99-C4E3-DB15-89F109ED8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1979B-F672-D7B9-F7E9-C30DF5CC3E54}"/>
              </a:ext>
            </a:extLst>
          </p:cNvPr>
          <p:cNvSpPr>
            <a:spLocks noGrp="1"/>
          </p:cNvSpPr>
          <p:nvPr>
            <p:ph type="title"/>
          </p:nvPr>
        </p:nvSpPr>
        <p:spPr>
          <a:xfrm>
            <a:off x="476655" y="365125"/>
            <a:ext cx="11235446" cy="1014305"/>
          </a:xfrm>
        </p:spPr>
        <p:txBody>
          <a:bodyPr/>
          <a:lstStyle/>
          <a:p>
            <a:r>
              <a:rPr lang="en-US" dirty="0"/>
              <a:t>HYLAND’S KNOWELDGE ENRICHMENT PROCESS</a:t>
            </a:r>
            <a:br>
              <a:rPr lang="en-US" dirty="0"/>
            </a:br>
            <a:r>
              <a:rPr lang="en-US" sz="2800" i="1" dirty="0">
                <a:solidFill>
                  <a:srgbClr val="13EAC1"/>
                </a:solidFill>
              </a:rPr>
              <a:t>The User Perspective</a:t>
            </a:r>
            <a:endParaRPr lang="en-US" sz="2800" dirty="0"/>
          </a:p>
        </p:txBody>
      </p:sp>
      <p:pic>
        <p:nvPicPr>
          <p:cNvPr id="20" name="Graphic 19" descr="Paper with solid fill">
            <a:extLst>
              <a:ext uri="{FF2B5EF4-FFF2-40B4-BE49-F238E27FC236}">
                <a16:creationId xmlns:a16="http://schemas.microsoft.com/office/drawing/2014/main" id="{653F9B32-39F9-B5B9-A60A-4C081EB4BA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1555" y="2757230"/>
            <a:ext cx="817659" cy="817659"/>
          </a:xfrm>
          <a:prstGeom prst="rect">
            <a:avLst/>
          </a:prstGeom>
        </p:spPr>
      </p:pic>
      <p:sp>
        <p:nvSpPr>
          <p:cNvPr id="21" name="TextBox 20">
            <a:extLst>
              <a:ext uri="{FF2B5EF4-FFF2-40B4-BE49-F238E27FC236}">
                <a16:creationId xmlns:a16="http://schemas.microsoft.com/office/drawing/2014/main" id="{4D4EA7D6-F39D-F06E-AB84-C8F56EE6FE8F}"/>
              </a:ext>
            </a:extLst>
          </p:cNvPr>
          <p:cNvSpPr txBox="1"/>
          <p:nvPr/>
        </p:nvSpPr>
        <p:spPr>
          <a:xfrm>
            <a:off x="1345137" y="3581515"/>
            <a:ext cx="1110493"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Data File</a:t>
            </a:r>
          </a:p>
        </p:txBody>
      </p:sp>
      <p:cxnSp>
        <p:nvCxnSpPr>
          <p:cNvPr id="23" name="Straight Arrow Connector 22">
            <a:extLst>
              <a:ext uri="{FF2B5EF4-FFF2-40B4-BE49-F238E27FC236}">
                <a16:creationId xmlns:a16="http://schemas.microsoft.com/office/drawing/2014/main" id="{5EFBFFA8-A177-38C4-85B3-D738295BBFC1}"/>
              </a:ext>
            </a:extLst>
          </p:cNvPr>
          <p:cNvCxnSpPr>
            <a:cxnSpLocks/>
          </p:cNvCxnSpPr>
          <p:nvPr/>
        </p:nvCxnSpPr>
        <p:spPr>
          <a:xfrm>
            <a:off x="2309214" y="3166059"/>
            <a:ext cx="8737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9DB26A9-F279-7E5D-79E7-EAF7FD6D3177}"/>
              </a:ext>
            </a:extLst>
          </p:cNvPr>
          <p:cNvSpPr txBox="1"/>
          <p:nvPr/>
        </p:nvSpPr>
        <p:spPr>
          <a:xfrm>
            <a:off x="1603789" y="3099746"/>
            <a:ext cx="593192" cy="244682"/>
          </a:xfrm>
          <a:prstGeom prst="rect">
            <a:avLst/>
          </a:prstGeom>
          <a:noFill/>
        </p:spPr>
        <p:txBody>
          <a:bodyPr wrap="square" rtlCol="0">
            <a:spAutoFit/>
          </a:bodyPr>
          <a:lstStyle/>
          <a:p>
            <a:pPr algn="ctr">
              <a:lnSpc>
                <a:spcPct val="90000"/>
              </a:lnSpc>
              <a:spcBef>
                <a:spcPts val="600"/>
              </a:spcBef>
            </a:pPr>
            <a:r>
              <a:rPr lang="en-US" sz="1100" dirty="0">
                <a:solidFill>
                  <a:schemeClr val="accent1"/>
                </a:solidFill>
              </a:rPr>
              <a:t>HTTP</a:t>
            </a:r>
          </a:p>
        </p:txBody>
      </p:sp>
      <p:cxnSp>
        <p:nvCxnSpPr>
          <p:cNvPr id="9" name="Straight Connector 8">
            <a:extLst>
              <a:ext uri="{FF2B5EF4-FFF2-40B4-BE49-F238E27FC236}">
                <a16:creationId xmlns:a16="http://schemas.microsoft.com/office/drawing/2014/main" id="{81584EAC-BF5B-578A-C0DF-E8F0DE089D19}"/>
              </a:ext>
            </a:extLst>
          </p:cNvPr>
          <p:cNvCxnSpPr>
            <a:cxnSpLocks/>
          </p:cNvCxnSpPr>
          <p:nvPr/>
        </p:nvCxnSpPr>
        <p:spPr>
          <a:xfrm>
            <a:off x="15282758" y="-325424"/>
            <a:ext cx="0" cy="2935621"/>
          </a:xfrm>
          <a:prstGeom prst="line">
            <a:avLst/>
          </a:prstGeom>
        </p:spPr>
        <p:style>
          <a:lnRef idx="2">
            <a:schemeClr val="accent1"/>
          </a:lnRef>
          <a:fillRef idx="0">
            <a:schemeClr val="accent1"/>
          </a:fillRef>
          <a:effectRef idx="1">
            <a:schemeClr val="accent1"/>
          </a:effectRef>
          <a:fontRef idx="minor">
            <a:schemeClr val="tx1"/>
          </a:fontRef>
        </p:style>
      </p:cxnSp>
      <p:sp>
        <p:nvSpPr>
          <p:cNvPr id="25" name="Text Placeholder 1">
            <a:extLst>
              <a:ext uri="{FF2B5EF4-FFF2-40B4-BE49-F238E27FC236}">
                <a16:creationId xmlns:a16="http://schemas.microsoft.com/office/drawing/2014/main" id="{A7FA60C9-5DC5-C5FB-627F-E18D3F9D5120}"/>
              </a:ext>
            </a:extLst>
          </p:cNvPr>
          <p:cNvSpPr txBox="1">
            <a:spLocks/>
          </p:cNvSpPr>
          <p:nvPr/>
        </p:nvSpPr>
        <p:spPr>
          <a:xfrm>
            <a:off x="3500474" y="1910779"/>
            <a:ext cx="3807218" cy="266143"/>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2000" b="1" dirty="0"/>
              <a:t>Content Innovation Cloud</a:t>
            </a:r>
          </a:p>
        </p:txBody>
      </p:sp>
      <p:sp>
        <p:nvSpPr>
          <p:cNvPr id="26" name="TextBox 25">
            <a:extLst>
              <a:ext uri="{FF2B5EF4-FFF2-40B4-BE49-F238E27FC236}">
                <a16:creationId xmlns:a16="http://schemas.microsoft.com/office/drawing/2014/main" id="{2DDC5F9E-3355-0BDC-FC88-2874B4010A59}"/>
              </a:ext>
            </a:extLst>
          </p:cNvPr>
          <p:cNvSpPr txBox="1"/>
          <p:nvPr/>
        </p:nvSpPr>
        <p:spPr>
          <a:xfrm>
            <a:off x="8329379" y="3502585"/>
            <a:ext cx="1217955"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Response</a:t>
            </a:r>
          </a:p>
        </p:txBody>
      </p:sp>
      <p:pic>
        <p:nvPicPr>
          <p:cNvPr id="27" name="Graphic 26" descr="Morse Code with solid fill">
            <a:extLst>
              <a:ext uri="{FF2B5EF4-FFF2-40B4-BE49-F238E27FC236}">
                <a16:creationId xmlns:a16="http://schemas.microsoft.com/office/drawing/2014/main" id="{BAFE80B9-6ACC-769F-F7D8-989F4E46AD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5680" y="2757230"/>
            <a:ext cx="745354" cy="745354"/>
          </a:xfrm>
          <a:prstGeom prst="rect">
            <a:avLst/>
          </a:prstGeom>
        </p:spPr>
      </p:pic>
      <p:cxnSp>
        <p:nvCxnSpPr>
          <p:cNvPr id="28" name="Straight Arrow Connector 27">
            <a:extLst>
              <a:ext uri="{FF2B5EF4-FFF2-40B4-BE49-F238E27FC236}">
                <a16:creationId xmlns:a16="http://schemas.microsoft.com/office/drawing/2014/main" id="{B257C0D6-C05B-1912-D233-31A960CD6CD5}"/>
              </a:ext>
            </a:extLst>
          </p:cNvPr>
          <p:cNvCxnSpPr>
            <a:cxnSpLocks/>
          </p:cNvCxnSpPr>
          <p:nvPr/>
        </p:nvCxnSpPr>
        <p:spPr>
          <a:xfrm>
            <a:off x="7648519" y="3168142"/>
            <a:ext cx="9171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9" name="Graphic 58" descr="Magician Hat with solid fill">
            <a:extLst>
              <a:ext uri="{FF2B5EF4-FFF2-40B4-BE49-F238E27FC236}">
                <a16:creationId xmlns:a16="http://schemas.microsoft.com/office/drawing/2014/main" id="{682A1E07-A9D0-A284-FB68-E7079ACA4F7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38292" y="2502251"/>
            <a:ext cx="817659" cy="817659"/>
          </a:xfrm>
          <a:prstGeom prst="rect">
            <a:avLst/>
          </a:prstGeom>
        </p:spPr>
      </p:pic>
      <p:sp>
        <p:nvSpPr>
          <p:cNvPr id="60" name="TextBox 59">
            <a:extLst>
              <a:ext uri="{FF2B5EF4-FFF2-40B4-BE49-F238E27FC236}">
                <a16:creationId xmlns:a16="http://schemas.microsoft.com/office/drawing/2014/main" id="{85151169-BDE5-0A6C-9B51-57410EE61ED5}"/>
              </a:ext>
            </a:extLst>
          </p:cNvPr>
          <p:cNvSpPr txBox="1"/>
          <p:nvPr/>
        </p:nvSpPr>
        <p:spPr>
          <a:xfrm>
            <a:off x="4378933" y="3420336"/>
            <a:ext cx="2136371" cy="313932"/>
          </a:xfrm>
          <a:prstGeom prst="rect">
            <a:avLst/>
          </a:prstGeom>
          <a:noFill/>
        </p:spPr>
        <p:txBody>
          <a:bodyPr wrap="square" rtlCol="0">
            <a:spAutoFit/>
          </a:bodyPr>
          <a:lstStyle/>
          <a:p>
            <a:pPr algn="ctr">
              <a:lnSpc>
                <a:spcPct val="90000"/>
              </a:lnSpc>
              <a:spcBef>
                <a:spcPts val="600"/>
              </a:spcBef>
            </a:pPr>
            <a:r>
              <a:rPr lang="en-US" sz="1600" dirty="0">
                <a:solidFill>
                  <a:schemeClr val="accent1"/>
                </a:solidFill>
              </a:rPr>
              <a:t>Hyland API Magic</a:t>
            </a:r>
          </a:p>
        </p:txBody>
      </p:sp>
      <p:sp>
        <p:nvSpPr>
          <p:cNvPr id="61" name="Rectangle 60">
            <a:extLst>
              <a:ext uri="{FF2B5EF4-FFF2-40B4-BE49-F238E27FC236}">
                <a16:creationId xmlns:a16="http://schemas.microsoft.com/office/drawing/2014/main" id="{71C83CE0-3839-89EE-1B32-3ED21B8DB863}"/>
              </a:ext>
            </a:extLst>
          </p:cNvPr>
          <p:cNvSpPr/>
          <p:nvPr/>
        </p:nvSpPr>
        <p:spPr>
          <a:xfrm>
            <a:off x="3267712" y="2261996"/>
            <a:ext cx="4272742" cy="1792941"/>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68" name="Text Placeholder 1">
            <a:extLst>
              <a:ext uri="{FF2B5EF4-FFF2-40B4-BE49-F238E27FC236}">
                <a16:creationId xmlns:a16="http://schemas.microsoft.com/office/drawing/2014/main" id="{D48377CD-86C7-AEF4-4347-8B2A8BF49266}"/>
              </a:ext>
            </a:extLst>
          </p:cNvPr>
          <p:cNvSpPr>
            <a:spLocks noGrp="1"/>
          </p:cNvSpPr>
          <p:nvPr>
            <p:ph type="body" sz="quarter" idx="10"/>
          </p:nvPr>
        </p:nvSpPr>
        <p:spPr>
          <a:xfrm>
            <a:off x="1422773" y="4542710"/>
            <a:ext cx="8048693" cy="439974"/>
          </a:xfrm>
        </p:spPr>
        <p:txBody>
          <a:bodyPr/>
          <a:lstStyle/>
          <a:p>
            <a:pPr marL="0" indent="0" algn="ctr">
              <a:buNone/>
            </a:pPr>
            <a:r>
              <a:rPr lang="en-US" i="1" dirty="0"/>
              <a:t>Yes! It’s that easy!</a:t>
            </a:r>
          </a:p>
        </p:txBody>
      </p:sp>
      <p:sp>
        <p:nvSpPr>
          <p:cNvPr id="70" name="Text Placeholder 1">
            <a:extLst>
              <a:ext uri="{FF2B5EF4-FFF2-40B4-BE49-F238E27FC236}">
                <a16:creationId xmlns:a16="http://schemas.microsoft.com/office/drawing/2014/main" id="{6239BECF-FA54-E4C0-C9A4-8D824E112024}"/>
              </a:ext>
            </a:extLst>
          </p:cNvPr>
          <p:cNvSpPr txBox="1">
            <a:spLocks/>
          </p:cNvSpPr>
          <p:nvPr/>
        </p:nvSpPr>
        <p:spPr>
          <a:xfrm>
            <a:off x="476250" y="896474"/>
            <a:ext cx="8048693" cy="43997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Clr>
                <a:schemeClr val="accent3"/>
              </a:buClr>
              <a:buFont typeface="Wingdings" panose="05000000000000000000" pitchFamily="2" charset="2"/>
              <a:buChar char="§"/>
              <a:defRPr sz="2400" kern="1200">
                <a:solidFill>
                  <a:schemeClr val="tx1"/>
                </a:solidFill>
                <a:latin typeface="+mn-lt"/>
                <a:ea typeface="+mn-ea"/>
                <a:cs typeface="+mn-cs"/>
              </a:defRPr>
            </a:lvl1pPr>
            <a:lvl2pPr marL="458788" indent="-228600" algn="l" defTabSz="914400" rtl="0" eaLnBrk="1" latinLnBrk="0" hangingPunct="1">
              <a:lnSpc>
                <a:spcPct val="90000"/>
              </a:lnSpc>
              <a:spcBef>
                <a:spcPts val="500"/>
              </a:spcBef>
              <a:buClr>
                <a:schemeClr val="accent3"/>
              </a:buClr>
              <a:buFont typeface="Wingdings" panose="05000000000000000000" pitchFamily="2" charset="2"/>
              <a:buChar char="§"/>
              <a:defRPr sz="2000" kern="1200">
                <a:solidFill>
                  <a:schemeClr val="tx1"/>
                </a:solidFill>
                <a:latin typeface="+mn-lt"/>
                <a:ea typeface="+mn-ea"/>
                <a:cs typeface="+mn-cs"/>
              </a:defRPr>
            </a:lvl2pPr>
            <a:lvl3pPr marL="684213" indent="-225425"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3pPr>
            <a:lvl4pPr marL="914400"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4pPr>
            <a:lvl5pPr marL="1144588" indent="-230188" algn="l" defTabSz="914400" rtl="0" eaLnBrk="1" latinLnBrk="0" hangingPunct="1">
              <a:lnSpc>
                <a:spcPct val="90000"/>
              </a:lnSpc>
              <a:spcBef>
                <a:spcPts val="500"/>
              </a:spcBef>
              <a:buClr>
                <a:schemeClr val="accent3"/>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US" sz="2800" b="1" i="1" dirty="0">
              <a:solidFill>
                <a:srgbClr val="13EAC1"/>
              </a:solidFill>
            </a:endParaRPr>
          </a:p>
        </p:txBody>
      </p:sp>
    </p:spTree>
    <p:extLst>
      <p:ext uri="{BB962C8B-B14F-4D97-AF65-F5344CB8AC3E}">
        <p14:creationId xmlns:p14="http://schemas.microsoft.com/office/powerpoint/2010/main" val="42619469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50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par>
                                <p:cTn id="36" presetID="10" presetClass="entr" presetSubtype="0"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8">
                                            <p:txEl>
                                              <p:pRg st="0" end="0"/>
                                            </p:txEl>
                                          </p:spTgt>
                                        </p:tgtEl>
                                        <p:attrNameLst>
                                          <p:attrName>style.visibility</p:attrName>
                                        </p:attrNameLst>
                                      </p:cBhvr>
                                      <p:to>
                                        <p:strVal val="visible"/>
                                      </p:to>
                                    </p:set>
                                    <p:animEffect transition="in" filter="fade">
                                      <p:cBhvr>
                                        <p:cTn id="46" dur="500"/>
                                        <p:tgtEl>
                                          <p:spTgt spid="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p:bldP spid="25" grpId="0"/>
      <p:bldP spid="26" grpId="0"/>
      <p:bldP spid="60" grpId="0"/>
      <p:bldP spid="6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7342-8C10-7BA1-A891-E529A23B28F6}"/>
              </a:ext>
            </a:extLst>
          </p:cNvPr>
          <p:cNvSpPr>
            <a:spLocks noGrp="1"/>
          </p:cNvSpPr>
          <p:nvPr>
            <p:ph type="title"/>
          </p:nvPr>
        </p:nvSpPr>
        <p:spPr/>
        <p:txBody>
          <a:bodyPr/>
          <a:lstStyle/>
          <a:p>
            <a:r>
              <a:rPr lang="en-US" dirty="0"/>
              <a:t>9SI Demo: Knowledge Enrichment</a:t>
            </a:r>
            <a:br>
              <a:rPr lang="en-US" dirty="0"/>
            </a:br>
            <a:endParaRPr lang="en-US" dirty="0"/>
          </a:p>
        </p:txBody>
      </p:sp>
      <p:pic>
        <p:nvPicPr>
          <p:cNvPr id="3" name="Graphic 2" descr="Internet with solid fill">
            <a:extLst>
              <a:ext uri="{FF2B5EF4-FFF2-40B4-BE49-F238E27FC236}">
                <a16:creationId xmlns:a16="http://schemas.microsoft.com/office/drawing/2014/main" id="{C164F4E3-5190-3889-B907-C7D939313F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84156" y="3429000"/>
            <a:ext cx="914400" cy="914400"/>
          </a:xfrm>
          <a:prstGeom prst="rect">
            <a:avLst/>
          </a:prstGeom>
        </p:spPr>
      </p:pic>
      <p:sp>
        <p:nvSpPr>
          <p:cNvPr id="4" name="TextBox 3">
            <a:extLst>
              <a:ext uri="{FF2B5EF4-FFF2-40B4-BE49-F238E27FC236}">
                <a16:creationId xmlns:a16="http://schemas.microsoft.com/office/drawing/2014/main" id="{134EF51C-C83D-C7F3-C6E3-49FEF4BEC18D}"/>
              </a:ext>
            </a:extLst>
          </p:cNvPr>
          <p:cNvSpPr txBox="1"/>
          <p:nvPr/>
        </p:nvSpPr>
        <p:spPr>
          <a:xfrm>
            <a:off x="1287155" y="4343400"/>
            <a:ext cx="1893931"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Submit a claim</a:t>
            </a:r>
          </a:p>
          <a:p>
            <a:pPr marL="285750" indent="-285750">
              <a:buFont typeface="Arial" panose="020B0604020202020204" pitchFamily="34" charset="0"/>
              <a:buChar char="•"/>
            </a:pPr>
            <a:r>
              <a:rPr lang="en-US" sz="1400" dirty="0"/>
              <a:t>Raw Claim Data</a:t>
            </a:r>
          </a:p>
          <a:p>
            <a:pPr marL="285750" indent="-285750">
              <a:buFont typeface="Arial" panose="020B0604020202020204" pitchFamily="34" charset="0"/>
              <a:buChar char="•"/>
            </a:pPr>
            <a:r>
              <a:rPr lang="en-US" sz="1400" dirty="0"/>
              <a:t>Upload any / all docs &amp; images</a:t>
            </a:r>
          </a:p>
        </p:txBody>
      </p:sp>
      <p:sp>
        <p:nvSpPr>
          <p:cNvPr id="5" name="Rectangle 4">
            <a:extLst>
              <a:ext uri="{FF2B5EF4-FFF2-40B4-BE49-F238E27FC236}">
                <a16:creationId xmlns:a16="http://schemas.microsoft.com/office/drawing/2014/main" id="{E7529FC3-DCE1-B989-B2E0-FC93F32CA074}"/>
              </a:ext>
            </a:extLst>
          </p:cNvPr>
          <p:cNvSpPr/>
          <p:nvPr/>
        </p:nvSpPr>
        <p:spPr>
          <a:xfrm>
            <a:off x="3763617" y="2425148"/>
            <a:ext cx="7023653" cy="3763617"/>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BFD5D4D-7319-DDD7-5736-59808139B997}"/>
              </a:ext>
            </a:extLst>
          </p:cNvPr>
          <p:cNvSpPr/>
          <p:nvPr/>
        </p:nvSpPr>
        <p:spPr>
          <a:xfrm>
            <a:off x="5923721" y="2146852"/>
            <a:ext cx="2703443" cy="556591"/>
          </a:xfrm>
          <a:prstGeom prst="rect">
            <a:avLst/>
          </a:prstGeom>
          <a:solidFill>
            <a:schemeClr val="accent2"/>
          </a:solid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Knowledge Enrichment</a:t>
            </a:r>
          </a:p>
        </p:txBody>
      </p:sp>
      <p:pic>
        <p:nvPicPr>
          <p:cNvPr id="7" name="Graphic 6" descr="Clapper board with solid fill">
            <a:extLst>
              <a:ext uri="{FF2B5EF4-FFF2-40B4-BE49-F238E27FC236}">
                <a16:creationId xmlns:a16="http://schemas.microsoft.com/office/drawing/2014/main" id="{69DF9B4E-63AA-DBBA-B9C5-82F971ACD1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6147" y="3429000"/>
            <a:ext cx="914400" cy="914400"/>
          </a:xfrm>
          <a:prstGeom prst="rect">
            <a:avLst/>
          </a:prstGeom>
        </p:spPr>
      </p:pic>
      <p:sp>
        <p:nvSpPr>
          <p:cNvPr id="8" name="TextBox 7">
            <a:extLst>
              <a:ext uri="{FF2B5EF4-FFF2-40B4-BE49-F238E27FC236}">
                <a16:creationId xmlns:a16="http://schemas.microsoft.com/office/drawing/2014/main" id="{F261F629-198F-9943-CBAB-9714F7E3E432}"/>
              </a:ext>
            </a:extLst>
          </p:cNvPr>
          <p:cNvSpPr txBox="1"/>
          <p:nvPr/>
        </p:nvSpPr>
        <p:spPr>
          <a:xfrm>
            <a:off x="1412486" y="3090446"/>
            <a:ext cx="1457740" cy="338554"/>
          </a:xfrm>
          <a:prstGeom prst="rect">
            <a:avLst/>
          </a:prstGeom>
          <a:noFill/>
        </p:spPr>
        <p:txBody>
          <a:bodyPr wrap="square" rtlCol="0">
            <a:spAutoFit/>
          </a:bodyPr>
          <a:lstStyle/>
          <a:p>
            <a:pPr algn="ctr"/>
            <a:r>
              <a:rPr lang="en-US" sz="1600" dirty="0"/>
              <a:t>9SI Website</a:t>
            </a:r>
          </a:p>
        </p:txBody>
      </p:sp>
      <p:sp>
        <p:nvSpPr>
          <p:cNvPr id="9" name="TextBox 8">
            <a:extLst>
              <a:ext uri="{FF2B5EF4-FFF2-40B4-BE49-F238E27FC236}">
                <a16:creationId xmlns:a16="http://schemas.microsoft.com/office/drawing/2014/main" id="{5A0BD8FC-26B7-219E-94EF-1FA3B7FB51D9}"/>
              </a:ext>
            </a:extLst>
          </p:cNvPr>
          <p:cNvSpPr txBox="1"/>
          <p:nvPr/>
        </p:nvSpPr>
        <p:spPr>
          <a:xfrm>
            <a:off x="4074477" y="3120575"/>
            <a:ext cx="1457740" cy="338554"/>
          </a:xfrm>
          <a:prstGeom prst="rect">
            <a:avLst/>
          </a:prstGeom>
          <a:noFill/>
        </p:spPr>
        <p:txBody>
          <a:bodyPr wrap="square" rtlCol="0">
            <a:spAutoFit/>
          </a:bodyPr>
          <a:lstStyle/>
          <a:p>
            <a:pPr algn="ctr"/>
            <a:r>
              <a:rPr lang="en-US" sz="1600" dirty="0"/>
              <a:t>Classification</a:t>
            </a:r>
          </a:p>
        </p:txBody>
      </p:sp>
      <p:sp>
        <p:nvSpPr>
          <p:cNvPr id="10" name="TextBox 9">
            <a:extLst>
              <a:ext uri="{FF2B5EF4-FFF2-40B4-BE49-F238E27FC236}">
                <a16:creationId xmlns:a16="http://schemas.microsoft.com/office/drawing/2014/main" id="{98FB1D97-D927-1B30-CF21-2F7D48F2E01C}"/>
              </a:ext>
            </a:extLst>
          </p:cNvPr>
          <p:cNvSpPr txBox="1"/>
          <p:nvPr/>
        </p:nvSpPr>
        <p:spPr>
          <a:xfrm>
            <a:off x="4028094" y="4343400"/>
            <a:ext cx="1550506"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Identify the document with pre-determined classes</a:t>
            </a:r>
          </a:p>
        </p:txBody>
      </p:sp>
      <p:cxnSp>
        <p:nvCxnSpPr>
          <p:cNvPr id="11" name="Straight Arrow Connector 10">
            <a:extLst>
              <a:ext uri="{FF2B5EF4-FFF2-40B4-BE49-F238E27FC236}">
                <a16:creationId xmlns:a16="http://schemas.microsoft.com/office/drawing/2014/main" id="{52724C3D-F954-02C5-EA06-589562D62181}"/>
              </a:ext>
            </a:extLst>
          </p:cNvPr>
          <p:cNvCxnSpPr/>
          <p:nvPr/>
        </p:nvCxnSpPr>
        <p:spPr>
          <a:xfrm>
            <a:off x="2598556" y="3886200"/>
            <a:ext cx="174759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2" name="Graphic 11" descr="Clapper board with solid fill">
            <a:extLst>
              <a:ext uri="{FF2B5EF4-FFF2-40B4-BE49-F238E27FC236}">
                <a16:creationId xmlns:a16="http://schemas.microsoft.com/office/drawing/2014/main" id="{0CA822C8-F1B8-E42D-BAC1-CBBB30EA1F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1455" y="3468756"/>
            <a:ext cx="914400" cy="914400"/>
          </a:xfrm>
          <a:prstGeom prst="rect">
            <a:avLst/>
          </a:prstGeom>
        </p:spPr>
      </p:pic>
      <p:sp>
        <p:nvSpPr>
          <p:cNvPr id="13" name="TextBox 12">
            <a:extLst>
              <a:ext uri="{FF2B5EF4-FFF2-40B4-BE49-F238E27FC236}">
                <a16:creationId xmlns:a16="http://schemas.microsoft.com/office/drawing/2014/main" id="{0D30ED9B-331E-AB3E-E990-961E61BD5BF4}"/>
              </a:ext>
            </a:extLst>
          </p:cNvPr>
          <p:cNvSpPr txBox="1"/>
          <p:nvPr/>
        </p:nvSpPr>
        <p:spPr>
          <a:xfrm>
            <a:off x="6519785" y="3160331"/>
            <a:ext cx="1457740" cy="338554"/>
          </a:xfrm>
          <a:prstGeom prst="rect">
            <a:avLst/>
          </a:prstGeom>
          <a:noFill/>
        </p:spPr>
        <p:txBody>
          <a:bodyPr wrap="square" rtlCol="0">
            <a:spAutoFit/>
          </a:bodyPr>
          <a:lstStyle/>
          <a:p>
            <a:pPr algn="ctr"/>
            <a:r>
              <a:rPr lang="en-US" sz="1600" dirty="0"/>
              <a:t>Metadata</a:t>
            </a:r>
          </a:p>
        </p:txBody>
      </p:sp>
      <p:sp>
        <p:nvSpPr>
          <p:cNvPr id="14" name="TextBox 13">
            <a:extLst>
              <a:ext uri="{FF2B5EF4-FFF2-40B4-BE49-F238E27FC236}">
                <a16:creationId xmlns:a16="http://schemas.microsoft.com/office/drawing/2014/main" id="{1CE72913-1B4E-4CBB-A07B-A69908C29CD3}"/>
              </a:ext>
            </a:extLst>
          </p:cNvPr>
          <p:cNvSpPr txBox="1"/>
          <p:nvPr/>
        </p:nvSpPr>
        <p:spPr>
          <a:xfrm>
            <a:off x="6473401" y="4383156"/>
            <a:ext cx="1689937"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Apply predetermined metadata that matches the class</a:t>
            </a:r>
          </a:p>
          <a:p>
            <a:pPr marL="285750" indent="-285750">
              <a:buFont typeface="Arial" panose="020B0604020202020204" pitchFamily="34" charset="0"/>
              <a:buChar char="•"/>
            </a:pPr>
            <a:endParaRPr lang="en-US" sz="1400" dirty="0"/>
          </a:p>
        </p:txBody>
      </p:sp>
      <p:pic>
        <p:nvPicPr>
          <p:cNvPr id="15" name="Graphic 14" descr="Presentation with pie chart with solid fill">
            <a:extLst>
              <a:ext uri="{FF2B5EF4-FFF2-40B4-BE49-F238E27FC236}">
                <a16:creationId xmlns:a16="http://schemas.microsoft.com/office/drawing/2014/main" id="{9962458D-380B-3D36-8236-0FC9EF7953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56729" y="3508824"/>
            <a:ext cx="914400" cy="914400"/>
          </a:xfrm>
          <a:prstGeom prst="rect">
            <a:avLst/>
          </a:prstGeom>
        </p:spPr>
      </p:pic>
      <p:sp>
        <p:nvSpPr>
          <p:cNvPr id="16" name="TextBox 15">
            <a:extLst>
              <a:ext uri="{FF2B5EF4-FFF2-40B4-BE49-F238E27FC236}">
                <a16:creationId xmlns:a16="http://schemas.microsoft.com/office/drawing/2014/main" id="{D5CD0522-E4CB-D664-0F7F-3455FB3FCAA4}"/>
              </a:ext>
            </a:extLst>
          </p:cNvPr>
          <p:cNvSpPr txBox="1"/>
          <p:nvPr/>
        </p:nvSpPr>
        <p:spPr>
          <a:xfrm>
            <a:off x="8794859" y="3200399"/>
            <a:ext cx="1457740" cy="338554"/>
          </a:xfrm>
          <a:prstGeom prst="rect">
            <a:avLst/>
          </a:prstGeom>
          <a:noFill/>
        </p:spPr>
        <p:txBody>
          <a:bodyPr wrap="square" rtlCol="0">
            <a:spAutoFit/>
          </a:bodyPr>
          <a:lstStyle/>
          <a:p>
            <a:pPr algn="ctr"/>
            <a:r>
              <a:rPr lang="en-US" sz="1600" dirty="0"/>
              <a:t>Results</a:t>
            </a:r>
          </a:p>
        </p:txBody>
      </p:sp>
      <p:sp>
        <p:nvSpPr>
          <p:cNvPr id="17" name="TextBox 16">
            <a:extLst>
              <a:ext uri="{FF2B5EF4-FFF2-40B4-BE49-F238E27FC236}">
                <a16:creationId xmlns:a16="http://schemas.microsoft.com/office/drawing/2014/main" id="{BA251CEE-B44C-C686-E3E9-A34B3D338EEC}"/>
              </a:ext>
            </a:extLst>
          </p:cNvPr>
          <p:cNvSpPr txBox="1"/>
          <p:nvPr/>
        </p:nvSpPr>
        <p:spPr>
          <a:xfrm>
            <a:off x="8748475" y="4423224"/>
            <a:ext cx="1689937"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Document Description</a:t>
            </a:r>
          </a:p>
          <a:p>
            <a:pPr marL="285750" indent="-285750">
              <a:buFont typeface="Arial" panose="020B0604020202020204" pitchFamily="34" charset="0"/>
              <a:buChar char="•"/>
            </a:pPr>
            <a:r>
              <a:rPr lang="en-US" sz="1400" dirty="0"/>
              <a:t>Metadata</a:t>
            </a:r>
          </a:p>
          <a:p>
            <a:pPr marL="285750" indent="-285750">
              <a:buFont typeface="Arial" panose="020B0604020202020204" pitchFamily="34" charset="0"/>
              <a:buChar char="•"/>
            </a:pPr>
            <a:r>
              <a:rPr lang="en-US" sz="1400" dirty="0"/>
              <a:t>Saved where I want it</a:t>
            </a:r>
          </a:p>
          <a:p>
            <a:pPr marL="285750" indent="-285750">
              <a:buFont typeface="Arial" panose="020B0604020202020204" pitchFamily="34" charset="0"/>
              <a:buChar char="•"/>
            </a:pPr>
            <a:endParaRPr lang="en-US" sz="1400" dirty="0"/>
          </a:p>
        </p:txBody>
      </p:sp>
      <p:cxnSp>
        <p:nvCxnSpPr>
          <p:cNvPr id="18" name="Straight Arrow Connector 17">
            <a:extLst>
              <a:ext uri="{FF2B5EF4-FFF2-40B4-BE49-F238E27FC236}">
                <a16:creationId xmlns:a16="http://schemas.microsoft.com/office/drawing/2014/main" id="{8CA2632E-88AD-7575-8091-1739E5D21872}"/>
              </a:ext>
            </a:extLst>
          </p:cNvPr>
          <p:cNvCxnSpPr/>
          <p:nvPr/>
        </p:nvCxnSpPr>
        <p:spPr>
          <a:xfrm>
            <a:off x="5260547" y="3886200"/>
            <a:ext cx="153090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2BE009FC-A6F0-62A4-2838-D79A7C2674C8}"/>
              </a:ext>
            </a:extLst>
          </p:cNvPr>
          <p:cNvCxnSpPr>
            <a:cxnSpLocks/>
            <a:stCxn id="12" idx="3"/>
          </p:cNvCxnSpPr>
          <p:nvPr/>
        </p:nvCxnSpPr>
        <p:spPr>
          <a:xfrm>
            <a:off x="7705855" y="3925956"/>
            <a:ext cx="13508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100184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DCF7C-65E5-BA25-CCFB-F0BE22954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95BA-95FD-259D-96B0-F64B6663F433}"/>
              </a:ext>
            </a:extLst>
          </p:cNvPr>
          <p:cNvSpPr>
            <a:spLocks noGrp="1"/>
          </p:cNvSpPr>
          <p:nvPr>
            <p:ph type="title"/>
          </p:nvPr>
        </p:nvSpPr>
        <p:spPr/>
        <p:txBody>
          <a:bodyPr/>
          <a:lstStyle/>
          <a:p>
            <a:r>
              <a:rPr lang="en-US" dirty="0"/>
              <a:t>9SI Demo: Knowledge Discovery</a:t>
            </a:r>
            <a:br>
              <a:rPr lang="en-US" dirty="0"/>
            </a:br>
            <a:endParaRPr lang="en-US" dirty="0"/>
          </a:p>
        </p:txBody>
      </p:sp>
      <p:pic>
        <p:nvPicPr>
          <p:cNvPr id="3" name="Graphic 2" descr="Internet with solid fill">
            <a:extLst>
              <a:ext uri="{FF2B5EF4-FFF2-40B4-BE49-F238E27FC236}">
                <a16:creationId xmlns:a16="http://schemas.microsoft.com/office/drawing/2014/main" id="{FECDD4A3-8AE3-06FD-B3C7-1BF317BF56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256" y="3161042"/>
            <a:ext cx="914400" cy="914400"/>
          </a:xfrm>
          <a:prstGeom prst="rect">
            <a:avLst/>
          </a:prstGeom>
        </p:spPr>
      </p:pic>
      <p:sp>
        <p:nvSpPr>
          <p:cNvPr id="4" name="TextBox 3">
            <a:extLst>
              <a:ext uri="{FF2B5EF4-FFF2-40B4-BE49-F238E27FC236}">
                <a16:creationId xmlns:a16="http://schemas.microsoft.com/office/drawing/2014/main" id="{E4C07FAE-B891-1D3A-469B-3E002F2934B8}"/>
              </a:ext>
            </a:extLst>
          </p:cNvPr>
          <p:cNvSpPr txBox="1"/>
          <p:nvPr/>
        </p:nvSpPr>
        <p:spPr>
          <a:xfrm>
            <a:off x="324255" y="4075442"/>
            <a:ext cx="1893931"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Onboard new customers</a:t>
            </a:r>
          </a:p>
          <a:p>
            <a:pPr marL="285750" indent="-285750">
              <a:buFont typeface="Arial" panose="020B0604020202020204" pitchFamily="34" charset="0"/>
              <a:buChar char="•"/>
            </a:pPr>
            <a:r>
              <a:rPr lang="en-US" sz="1400" dirty="0"/>
              <a:t>Submit a claim</a:t>
            </a:r>
          </a:p>
          <a:p>
            <a:pPr marL="285750" indent="-285750">
              <a:buFont typeface="Arial" panose="020B0604020202020204" pitchFamily="34" charset="0"/>
              <a:buChar char="•"/>
            </a:pPr>
            <a:r>
              <a:rPr lang="en-US" sz="1400" dirty="0"/>
              <a:t>Raw Claim Data</a:t>
            </a:r>
          </a:p>
          <a:p>
            <a:pPr marL="285750" indent="-285750">
              <a:buFont typeface="Arial" panose="020B0604020202020204" pitchFamily="34" charset="0"/>
              <a:buChar char="•"/>
            </a:pPr>
            <a:r>
              <a:rPr lang="en-US" sz="1400" dirty="0"/>
              <a:t>Upload any / all docs &amp; images</a:t>
            </a:r>
          </a:p>
        </p:txBody>
      </p:sp>
      <p:sp>
        <p:nvSpPr>
          <p:cNvPr id="5" name="Rectangle 4">
            <a:extLst>
              <a:ext uri="{FF2B5EF4-FFF2-40B4-BE49-F238E27FC236}">
                <a16:creationId xmlns:a16="http://schemas.microsoft.com/office/drawing/2014/main" id="{6BE40FE7-877E-E340-84DC-CE156E72B95A}"/>
              </a:ext>
            </a:extLst>
          </p:cNvPr>
          <p:cNvSpPr/>
          <p:nvPr/>
        </p:nvSpPr>
        <p:spPr>
          <a:xfrm>
            <a:off x="2489856" y="2463249"/>
            <a:ext cx="2916583" cy="2781852"/>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9ED644-E401-29D7-482B-79CE464A966F}"/>
              </a:ext>
            </a:extLst>
          </p:cNvPr>
          <p:cNvSpPr/>
          <p:nvPr/>
        </p:nvSpPr>
        <p:spPr>
          <a:xfrm>
            <a:off x="2594778" y="2203306"/>
            <a:ext cx="2703443" cy="556591"/>
          </a:xfrm>
          <a:prstGeom prst="rect">
            <a:avLst/>
          </a:prstGeom>
          <a:solidFill>
            <a:schemeClr val="accent2"/>
          </a:solid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KD Ingestion</a:t>
            </a:r>
          </a:p>
        </p:txBody>
      </p:sp>
      <p:sp>
        <p:nvSpPr>
          <p:cNvPr id="8" name="TextBox 7">
            <a:extLst>
              <a:ext uri="{FF2B5EF4-FFF2-40B4-BE49-F238E27FC236}">
                <a16:creationId xmlns:a16="http://schemas.microsoft.com/office/drawing/2014/main" id="{87FDFC99-4ADB-E531-20D9-2F5C2CC2AE52}"/>
              </a:ext>
            </a:extLst>
          </p:cNvPr>
          <p:cNvSpPr txBox="1"/>
          <p:nvPr/>
        </p:nvSpPr>
        <p:spPr>
          <a:xfrm>
            <a:off x="449586" y="2822488"/>
            <a:ext cx="1457740" cy="338554"/>
          </a:xfrm>
          <a:prstGeom prst="rect">
            <a:avLst/>
          </a:prstGeom>
          <a:noFill/>
        </p:spPr>
        <p:txBody>
          <a:bodyPr wrap="square" rtlCol="0">
            <a:spAutoFit/>
          </a:bodyPr>
          <a:lstStyle/>
          <a:p>
            <a:pPr algn="ctr"/>
            <a:r>
              <a:rPr lang="en-US" sz="1600" dirty="0"/>
              <a:t>9SI Website</a:t>
            </a:r>
          </a:p>
        </p:txBody>
      </p:sp>
      <p:sp>
        <p:nvSpPr>
          <p:cNvPr id="9" name="TextBox 8">
            <a:extLst>
              <a:ext uri="{FF2B5EF4-FFF2-40B4-BE49-F238E27FC236}">
                <a16:creationId xmlns:a16="http://schemas.microsoft.com/office/drawing/2014/main" id="{C2F9D6E9-9BD1-53DD-1677-E1C67F96301C}"/>
              </a:ext>
            </a:extLst>
          </p:cNvPr>
          <p:cNvSpPr txBox="1"/>
          <p:nvPr/>
        </p:nvSpPr>
        <p:spPr>
          <a:xfrm>
            <a:off x="3217629" y="2991765"/>
            <a:ext cx="1457740" cy="338554"/>
          </a:xfrm>
          <a:prstGeom prst="rect">
            <a:avLst/>
          </a:prstGeom>
          <a:noFill/>
        </p:spPr>
        <p:txBody>
          <a:bodyPr wrap="square" rtlCol="0">
            <a:spAutoFit/>
          </a:bodyPr>
          <a:lstStyle/>
          <a:p>
            <a:pPr algn="ctr"/>
            <a:r>
              <a:rPr lang="en-US" sz="1600" dirty="0"/>
              <a:t>Policy 123</a:t>
            </a:r>
          </a:p>
        </p:txBody>
      </p:sp>
      <p:sp>
        <p:nvSpPr>
          <p:cNvPr id="10" name="TextBox 9">
            <a:extLst>
              <a:ext uri="{FF2B5EF4-FFF2-40B4-BE49-F238E27FC236}">
                <a16:creationId xmlns:a16="http://schemas.microsoft.com/office/drawing/2014/main" id="{A950777E-4678-C5B1-8DF0-14F8B49CBC31}"/>
              </a:ext>
            </a:extLst>
          </p:cNvPr>
          <p:cNvSpPr txBox="1"/>
          <p:nvPr/>
        </p:nvSpPr>
        <p:spPr>
          <a:xfrm>
            <a:off x="2594778" y="4278616"/>
            <a:ext cx="2703443"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Ingests multiple documents</a:t>
            </a:r>
          </a:p>
          <a:p>
            <a:pPr marL="285750" indent="-285750">
              <a:buFont typeface="Arial" panose="020B0604020202020204" pitchFamily="34" charset="0"/>
              <a:buChar char="•"/>
            </a:pPr>
            <a:r>
              <a:rPr lang="en-US" sz="1400" dirty="0"/>
              <a:t>Includes metadata that can be indexed</a:t>
            </a:r>
          </a:p>
        </p:txBody>
      </p:sp>
      <p:cxnSp>
        <p:nvCxnSpPr>
          <p:cNvPr id="11" name="Straight Arrow Connector 10">
            <a:extLst>
              <a:ext uri="{FF2B5EF4-FFF2-40B4-BE49-F238E27FC236}">
                <a16:creationId xmlns:a16="http://schemas.microsoft.com/office/drawing/2014/main" id="{4AA24517-BCD0-079E-2A68-939057A1899D}"/>
              </a:ext>
            </a:extLst>
          </p:cNvPr>
          <p:cNvCxnSpPr>
            <a:cxnSpLocks/>
          </p:cNvCxnSpPr>
          <p:nvPr/>
        </p:nvCxnSpPr>
        <p:spPr>
          <a:xfrm>
            <a:off x="1635656" y="3618242"/>
            <a:ext cx="726544" cy="0"/>
          </a:xfrm>
          <a:prstGeom prst="straightConnector1">
            <a:avLst/>
          </a:prstGeom>
          <a:ln>
            <a:solidFill>
              <a:srgbClr val="52A1FF"/>
            </a:solidFill>
            <a:tailEnd type="triangle"/>
          </a:ln>
        </p:spPr>
        <p:style>
          <a:lnRef idx="1">
            <a:schemeClr val="accent2"/>
          </a:lnRef>
          <a:fillRef idx="0">
            <a:schemeClr val="accent2"/>
          </a:fillRef>
          <a:effectRef idx="0">
            <a:schemeClr val="accent2"/>
          </a:effectRef>
          <a:fontRef idx="minor">
            <a:schemeClr val="tx1"/>
          </a:fontRef>
        </p:style>
      </p:cxnSp>
      <p:pic>
        <p:nvPicPr>
          <p:cNvPr id="21" name="Graphic 20" descr="Document with solid fill">
            <a:extLst>
              <a:ext uri="{FF2B5EF4-FFF2-40B4-BE49-F238E27FC236}">
                <a16:creationId xmlns:a16="http://schemas.microsoft.com/office/drawing/2014/main" id="{0202F26F-80F6-D515-E3F6-4A4E607E25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2618" y="3343631"/>
            <a:ext cx="833829" cy="833829"/>
          </a:xfrm>
          <a:prstGeom prst="rect">
            <a:avLst/>
          </a:prstGeom>
        </p:spPr>
      </p:pic>
      <p:pic>
        <p:nvPicPr>
          <p:cNvPr id="23" name="Graphic 22" descr="Document with solid fill">
            <a:extLst>
              <a:ext uri="{FF2B5EF4-FFF2-40B4-BE49-F238E27FC236}">
                <a16:creationId xmlns:a16="http://schemas.microsoft.com/office/drawing/2014/main" id="{B9BF77F0-49F1-BF16-C27B-8497A72340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51763" y="3353787"/>
            <a:ext cx="833829" cy="833829"/>
          </a:xfrm>
          <a:prstGeom prst="rect">
            <a:avLst/>
          </a:prstGeom>
        </p:spPr>
      </p:pic>
      <p:pic>
        <p:nvPicPr>
          <p:cNvPr id="24" name="Graphic 23" descr="Document with solid fill">
            <a:extLst>
              <a:ext uri="{FF2B5EF4-FFF2-40B4-BE49-F238E27FC236}">
                <a16:creationId xmlns:a16="http://schemas.microsoft.com/office/drawing/2014/main" id="{7827AA1D-5745-2400-5DF8-36B856043E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80908" y="3353787"/>
            <a:ext cx="833829" cy="833829"/>
          </a:xfrm>
          <a:prstGeom prst="rect">
            <a:avLst/>
          </a:prstGeom>
        </p:spPr>
      </p:pic>
      <p:sp>
        <p:nvSpPr>
          <p:cNvPr id="29" name="Rectangle 28">
            <a:extLst>
              <a:ext uri="{FF2B5EF4-FFF2-40B4-BE49-F238E27FC236}">
                <a16:creationId xmlns:a16="http://schemas.microsoft.com/office/drawing/2014/main" id="{ECAB6E69-12F2-D173-7A24-75EA5E242604}"/>
              </a:ext>
            </a:extLst>
          </p:cNvPr>
          <p:cNvSpPr/>
          <p:nvPr/>
        </p:nvSpPr>
        <p:spPr>
          <a:xfrm>
            <a:off x="6468346" y="2400658"/>
            <a:ext cx="2596236" cy="2844444"/>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21A9F0-B3AA-EE6E-F2B7-4AB7DD303244}"/>
              </a:ext>
            </a:extLst>
          </p:cNvPr>
          <p:cNvSpPr/>
          <p:nvPr/>
        </p:nvSpPr>
        <p:spPr>
          <a:xfrm>
            <a:off x="6588981" y="2203306"/>
            <a:ext cx="2364519" cy="556591"/>
          </a:xfrm>
          <a:prstGeom prst="rect">
            <a:avLst/>
          </a:prstGeom>
          <a:solidFill>
            <a:schemeClr val="accent2"/>
          </a:solid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Discovery (Data Lake)</a:t>
            </a:r>
          </a:p>
        </p:txBody>
      </p:sp>
      <p:cxnSp>
        <p:nvCxnSpPr>
          <p:cNvPr id="31" name="Straight Arrow Connector 30">
            <a:extLst>
              <a:ext uri="{FF2B5EF4-FFF2-40B4-BE49-F238E27FC236}">
                <a16:creationId xmlns:a16="http://schemas.microsoft.com/office/drawing/2014/main" id="{18250A2D-5428-F043-DE61-AD70C6D7FCA7}"/>
              </a:ext>
            </a:extLst>
          </p:cNvPr>
          <p:cNvCxnSpPr>
            <a:cxnSpLocks/>
          </p:cNvCxnSpPr>
          <p:nvPr/>
        </p:nvCxnSpPr>
        <p:spPr>
          <a:xfrm>
            <a:off x="5580328" y="3616984"/>
            <a:ext cx="726544" cy="0"/>
          </a:xfrm>
          <a:prstGeom prst="straightConnector1">
            <a:avLst/>
          </a:prstGeom>
          <a:ln>
            <a:solidFill>
              <a:srgbClr val="52A1FF"/>
            </a:solidFill>
            <a:tailEnd type="triangle"/>
          </a:ln>
        </p:spPr>
        <p:style>
          <a:lnRef idx="1">
            <a:schemeClr val="accent2"/>
          </a:lnRef>
          <a:fillRef idx="0">
            <a:schemeClr val="accent2"/>
          </a:fillRef>
          <a:effectRef idx="0">
            <a:schemeClr val="accent2"/>
          </a:effectRef>
          <a:fontRef idx="minor">
            <a:schemeClr val="tx1"/>
          </a:fontRef>
        </p:style>
      </p:cxnSp>
      <p:pic>
        <p:nvPicPr>
          <p:cNvPr id="33" name="Graphic 32" descr="Folder Search with solid fill">
            <a:extLst>
              <a:ext uri="{FF2B5EF4-FFF2-40B4-BE49-F238E27FC236}">
                <a16:creationId xmlns:a16="http://schemas.microsoft.com/office/drawing/2014/main" id="{5F5803E4-BE71-94A8-B7C0-636B5B7035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3232" y="3386669"/>
            <a:ext cx="768064" cy="768064"/>
          </a:xfrm>
          <a:prstGeom prst="rect">
            <a:avLst/>
          </a:prstGeom>
        </p:spPr>
      </p:pic>
      <p:sp>
        <p:nvSpPr>
          <p:cNvPr id="37" name="Rectangle 36">
            <a:extLst>
              <a:ext uri="{FF2B5EF4-FFF2-40B4-BE49-F238E27FC236}">
                <a16:creationId xmlns:a16="http://schemas.microsoft.com/office/drawing/2014/main" id="{A819AEC8-64A7-D934-229F-601689EF6C5F}"/>
              </a:ext>
            </a:extLst>
          </p:cNvPr>
          <p:cNvSpPr/>
          <p:nvPr/>
        </p:nvSpPr>
        <p:spPr>
          <a:xfrm>
            <a:off x="6801264" y="3161042"/>
            <a:ext cx="1930400" cy="1856238"/>
          </a:xfrm>
          <a:prstGeom prst="rect">
            <a:avLst/>
          </a:prstGeom>
          <a:no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dirty="0" err="1">
              <a:solidFill>
                <a:schemeClr val="bg2"/>
              </a:solidFill>
            </a:endParaRPr>
          </a:p>
        </p:txBody>
      </p:sp>
      <p:sp>
        <p:nvSpPr>
          <p:cNvPr id="38" name="Rectangle 37">
            <a:extLst>
              <a:ext uri="{FF2B5EF4-FFF2-40B4-BE49-F238E27FC236}">
                <a16:creationId xmlns:a16="http://schemas.microsoft.com/office/drawing/2014/main" id="{9DF2057C-ECC7-82C9-3731-9B1A8B77E415}"/>
              </a:ext>
            </a:extLst>
          </p:cNvPr>
          <p:cNvSpPr/>
          <p:nvPr/>
        </p:nvSpPr>
        <p:spPr>
          <a:xfrm>
            <a:off x="6890164" y="3026777"/>
            <a:ext cx="1123536" cy="303542"/>
          </a:xfrm>
          <a:prstGeom prst="rect">
            <a:avLst/>
          </a:prstGeom>
          <a:solidFill>
            <a:srgbClr val="13EAC1"/>
          </a:solidFill>
          <a:ln>
            <a:solidFill>
              <a:srgbClr val="13EA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r>
              <a:rPr lang="en-US" sz="1600" dirty="0">
                <a:solidFill>
                  <a:schemeClr val="bg2"/>
                </a:solidFill>
              </a:rPr>
              <a:t>Policies</a:t>
            </a:r>
          </a:p>
        </p:txBody>
      </p:sp>
      <p:sp>
        <p:nvSpPr>
          <p:cNvPr id="39" name="TextBox 38">
            <a:extLst>
              <a:ext uri="{FF2B5EF4-FFF2-40B4-BE49-F238E27FC236}">
                <a16:creationId xmlns:a16="http://schemas.microsoft.com/office/drawing/2014/main" id="{DA7EE2B2-F99B-3154-5EBC-A85901A350D3}"/>
              </a:ext>
            </a:extLst>
          </p:cNvPr>
          <p:cNvSpPr txBox="1"/>
          <p:nvPr/>
        </p:nvSpPr>
        <p:spPr>
          <a:xfrm>
            <a:off x="7208597" y="4154733"/>
            <a:ext cx="1183639" cy="738664"/>
          </a:xfrm>
          <a:prstGeom prst="rect">
            <a:avLst/>
          </a:prstGeom>
          <a:noFill/>
        </p:spPr>
        <p:txBody>
          <a:bodyPr wrap="square" rtlCol="0">
            <a:spAutoFit/>
          </a:bodyPr>
          <a:lstStyle/>
          <a:p>
            <a:r>
              <a:rPr lang="en-US" sz="1400" dirty="0"/>
              <a:t>Claims</a:t>
            </a:r>
          </a:p>
          <a:p>
            <a:pPr marL="285750" indent="-285750">
              <a:buFont typeface="Arial" panose="020B0604020202020204" pitchFamily="34" charset="0"/>
              <a:buChar char="•"/>
            </a:pPr>
            <a:r>
              <a:rPr lang="en-US" sz="1400" dirty="0"/>
              <a:t>Docs</a:t>
            </a:r>
          </a:p>
          <a:p>
            <a:pPr marL="285750" indent="-285750">
              <a:buFont typeface="Arial" panose="020B0604020202020204" pitchFamily="34" charset="0"/>
              <a:buChar char="•"/>
            </a:pPr>
            <a:r>
              <a:rPr lang="en-US" sz="1400" dirty="0"/>
              <a:t>Metadata</a:t>
            </a:r>
          </a:p>
        </p:txBody>
      </p:sp>
      <p:sp>
        <p:nvSpPr>
          <p:cNvPr id="40" name="Rounded Rectangle 39">
            <a:extLst>
              <a:ext uri="{FF2B5EF4-FFF2-40B4-BE49-F238E27FC236}">
                <a16:creationId xmlns:a16="http://schemas.microsoft.com/office/drawing/2014/main" id="{0052CA8C-B067-6F7E-3C7B-5F5D7BF1970E}"/>
              </a:ext>
            </a:extLst>
          </p:cNvPr>
          <p:cNvSpPr/>
          <p:nvPr/>
        </p:nvSpPr>
        <p:spPr>
          <a:xfrm>
            <a:off x="9499600" y="1543855"/>
            <a:ext cx="2212501" cy="368300"/>
          </a:xfrm>
          <a:prstGeom prst="roundRect">
            <a:avLst/>
          </a:prstGeom>
          <a:solidFill>
            <a:schemeClr val="tx1">
              <a:lumMod val="85000"/>
            </a:schemeClr>
          </a:solidFill>
          <a:ln>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200" dirty="0">
                <a:solidFill>
                  <a:schemeClr val="bg2"/>
                </a:solidFill>
              </a:rPr>
              <a:t>How many unresolved claims?</a:t>
            </a:r>
          </a:p>
        </p:txBody>
      </p:sp>
      <p:sp>
        <p:nvSpPr>
          <p:cNvPr id="41" name="Rounded Rectangle 40">
            <a:extLst>
              <a:ext uri="{FF2B5EF4-FFF2-40B4-BE49-F238E27FC236}">
                <a16:creationId xmlns:a16="http://schemas.microsoft.com/office/drawing/2014/main" id="{6CBE1F46-1A4F-1FCD-726F-10D21871E1DD}"/>
              </a:ext>
            </a:extLst>
          </p:cNvPr>
          <p:cNvSpPr/>
          <p:nvPr/>
        </p:nvSpPr>
        <p:spPr>
          <a:xfrm>
            <a:off x="9486400" y="3970583"/>
            <a:ext cx="2212501" cy="368300"/>
          </a:xfrm>
          <a:prstGeom prst="roundRect">
            <a:avLst/>
          </a:prstGeom>
          <a:solidFill>
            <a:schemeClr val="tx1">
              <a:lumMod val="85000"/>
            </a:schemeClr>
          </a:solidFill>
          <a:ln>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200" dirty="0">
                <a:solidFill>
                  <a:schemeClr val="bg2"/>
                </a:solidFill>
              </a:rPr>
              <a:t>Summarize claim #1234</a:t>
            </a:r>
          </a:p>
        </p:txBody>
      </p:sp>
      <p:sp>
        <p:nvSpPr>
          <p:cNvPr id="42" name="Rectangle 41">
            <a:extLst>
              <a:ext uri="{FF2B5EF4-FFF2-40B4-BE49-F238E27FC236}">
                <a16:creationId xmlns:a16="http://schemas.microsoft.com/office/drawing/2014/main" id="{AEB4CF01-5341-7BF5-B4FB-327D66E79DC9}"/>
              </a:ext>
            </a:extLst>
          </p:cNvPr>
          <p:cNvSpPr/>
          <p:nvPr/>
        </p:nvSpPr>
        <p:spPr>
          <a:xfrm>
            <a:off x="9486400" y="2094948"/>
            <a:ext cx="2212501" cy="1413678"/>
          </a:xfrm>
          <a:prstGeom prst="rect">
            <a:avLst/>
          </a:prstGeom>
          <a:noFill/>
          <a:ln>
            <a:solidFill>
              <a:srgbClr val="52A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600" dirty="0">
                <a:solidFill>
                  <a:schemeClr val="tx1">
                    <a:lumMod val="95000"/>
                  </a:schemeClr>
                </a:solidFill>
              </a:rPr>
              <a:t>Generic Question</a:t>
            </a:r>
          </a:p>
          <a:p>
            <a:pPr marL="285750" indent="-285750">
              <a:lnSpc>
                <a:spcPct val="90000"/>
              </a:lnSpc>
              <a:spcBef>
                <a:spcPts val="600"/>
              </a:spcBef>
              <a:buFont typeface="Arial" panose="020B0604020202020204" pitchFamily="34" charset="0"/>
              <a:buChar char="•"/>
            </a:pPr>
            <a:r>
              <a:rPr lang="en-US" sz="1600" dirty="0">
                <a:solidFill>
                  <a:schemeClr val="tx1">
                    <a:lumMod val="95000"/>
                  </a:schemeClr>
                </a:solidFill>
              </a:rPr>
              <a:t>Searches the complete contents of the data lake</a:t>
            </a:r>
          </a:p>
        </p:txBody>
      </p:sp>
      <p:sp>
        <p:nvSpPr>
          <p:cNvPr id="43" name="Rectangle 42">
            <a:extLst>
              <a:ext uri="{FF2B5EF4-FFF2-40B4-BE49-F238E27FC236}">
                <a16:creationId xmlns:a16="http://schemas.microsoft.com/office/drawing/2014/main" id="{10FC302B-A307-C7D4-3F2D-A0B152A3DA79}"/>
              </a:ext>
            </a:extLst>
          </p:cNvPr>
          <p:cNvSpPr/>
          <p:nvPr/>
        </p:nvSpPr>
        <p:spPr>
          <a:xfrm>
            <a:off x="9499600" y="4483449"/>
            <a:ext cx="2212501" cy="1413678"/>
          </a:xfrm>
          <a:prstGeom prst="rect">
            <a:avLst/>
          </a:prstGeom>
          <a:noFill/>
          <a:ln>
            <a:solidFill>
              <a:srgbClr val="F1CB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600"/>
              </a:spcBef>
            </a:pPr>
            <a:r>
              <a:rPr lang="en-US" sz="1600" dirty="0">
                <a:solidFill>
                  <a:schemeClr val="tx1">
                    <a:lumMod val="95000"/>
                  </a:schemeClr>
                </a:solidFill>
              </a:rPr>
              <a:t>Filter Applied</a:t>
            </a:r>
          </a:p>
          <a:p>
            <a:pPr marL="285750" indent="-285750">
              <a:lnSpc>
                <a:spcPct val="90000"/>
              </a:lnSpc>
              <a:spcBef>
                <a:spcPts val="600"/>
              </a:spcBef>
              <a:buFont typeface="Arial" panose="020B0604020202020204" pitchFamily="34" charset="0"/>
              <a:buChar char="•"/>
            </a:pPr>
            <a:r>
              <a:rPr lang="en-US" sz="1600" dirty="0">
                <a:solidFill>
                  <a:schemeClr val="tx1">
                    <a:lumMod val="95000"/>
                  </a:schemeClr>
                </a:solidFill>
              </a:rPr>
              <a:t>Uses active filters to only search content with matching metadata</a:t>
            </a:r>
          </a:p>
        </p:txBody>
      </p:sp>
      <p:cxnSp>
        <p:nvCxnSpPr>
          <p:cNvPr id="45" name="Elbow Connector 44">
            <a:extLst>
              <a:ext uri="{FF2B5EF4-FFF2-40B4-BE49-F238E27FC236}">
                <a16:creationId xmlns:a16="http://schemas.microsoft.com/office/drawing/2014/main" id="{18C1464B-35EF-7EB3-536F-399CF1C216E2}"/>
              </a:ext>
            </a:extLst>
          </p:cNvPr>
          <p:cNvCxnSpPr/>
          <p:nvPr/>
        </p:nvCxnSpPr>
        <p:spPr>
          <a:xfrm flipV="1">
            <a:off x="9064582" y="2991765"/>
            <a:ext cx="421818" cy="338554"/>
          </a:xfrm>
          <a:prstGeom prst="bentConnector3">
            <a:avLst/>
          </a:prstGeom>
          <a:ln>
            <a:solidFill>
              <a:srgbClr val="52A1FF"/>
            </a:solidFill>
            <a:tailEnd type="triangle"/>
          </a:ln>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C48AF4B7-B41A-B0F6-2513-F2D7E88E8C6B}"/>
              </a:ext>
            </a:extLst>
          </p:cNvPr>
          <p:cNvCxnSpPr>
            <a:cxnSpLocks/>
          </p:cNvCxnSpPr>
          <p:nvPr/>
        </p:nvCxnSpPr>
        <p:spPr>
          <a:xfrm>
            <a:off x="8731664" y="4647948"/>
            <a:ext cx="767936" cy="369332"/>
          </a:xfrm>
          <a:prstGeom prst="bentConnector3">
            <a:avLst>
              <a:gd name="adj1" fmla="val 69845"/>
            </a:avLst>
          </a:prstGeom>
          <a:ln>
            <a:solidFill>
              <a:srgbClr val="F1CB6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714354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9EFF2-2EF3-1D39-EB81-10FAE919D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69A01-8201-ACB6-FE46-B64BB4805EF9}"/>
              </a:ext>
            </a:extLst>
          </p:cNvPr>
          <p:cNvSpPr>
            <a:spLocks noGrp="1"/>
          </p:cNvSpPr>
          <p:nvPr>
            <p:ph type="title"/>
          </p:nvPr>
        </p:nvSpPr>
        <p:spPr>
          <a:xfrm>
            <a:off x="483292" y="1516063"/>
            <a:ext cx="2841799" cy="3380133"/>
          </a:xfrm>
        </p:spPr>
        <p:txBody>
          <a:bodyPr/>
          <a:lstStyle/>
          <a:p>
            <a:r>
              <a:rPr lang="en-US" dirty="0"/>
              <a:t>Using Hyland’s Knowledge Enrichment</a:t>
            </a:r>
          </a:p>
        </p:txBody>
      </p:sp>
      <p:sp>
        <p:nvSpPr>
          <p:cNvPr id="3" name="Text Placeholder 2">
            <a:extLst>
              <a:ext uri="{FF2B5EF4-FFF2-40B4-BE49-F238E27FC236}">
                <a16:creationId xmlns:a16="http://schemas.microsoft.com/office/drawing/2014/main" id="{4507CEFB-32EE-9580-8E7C-866C8CFD5970}"/>
              </a:ext>
            </a:extLst>
          </p:cNvPr>
          <p:cNvSpPr>
            <a:spLocks noGrp="1"/>
          </p:cNvSpPr>
          <p:nvPr>
            <p:ph type="body" sz="quarter" idx="13"/>
          </p:nvPr>
        </p:nvSpPr>
        <p:spPr/>
        <p:txBody>
          <a:bodyPr/>
          <a:lstStyle/>
          <a:p>
            <a:r>
              <a:rPr lang="en-US" dirty="0"/>
              <a:t>Knowledge Enrichment Core Concepts</a:t>
            </a:r>
          </a:p>
        </p:txBody>
      </p:sp>
      <p:sp>
        <p:nvSpPr>
          <p:cNvPr id="4" name="Text Placeholder 3">
            <a:extLst>
              <a:ext uri="{FF2B5EF4-FFF2-40B4-BE49-F238E27FC236}">
                <a16:creationId xmlns:a16="http://schemas.microsoft.com/office/drawing/2014/main" id="{4F5453C6-F26B-8F79-08DA-5A99E0EB3F69}"/>
              </a:ext>
            </a:extLst>
          </p:cNvPr>
          <p:cNvSpPr>
            <a:spLocks noGrp="1"/>
          </p:cNvSpPr>
          <p:nvPr>
            <p:ph type="body" sz="quarter" idx="14"/>
          </p:nvPr>
        </p:nvSpPr>
        <p:spPr/>
        <p:txBody>
          <a:bodyPr/>
          <a:lstStyle/>
          <a:p>
            <a:r>
              <a:rPr lang="en-US" dirty="0"/>
              <a:t>Hyland’s Knowledge Enrichment Service</a:t>
            </a:r>
          </a:p>
        </p:txBody>
      </p:sp>
      <p:sp>
        <p:nvSpPr>
          <p:cNvPr id="5" name="Text Placeholder 4">
            <a:extLst>
              <a:ext uri="{FF2B5EF4-FFF2-40B4-BE49-F238E27FC236}">
                <a16:creationId xmlns:a16="http://schemas.microsoft.com/office/drawing/2014/main" id="{F0BA9B10-0AB2-8DC4-3140-E3DC26666340}"/>
              </a:ext>
            </a:extLst>
          </p:cNvPr>
          <p:cNvSpPr>
            <a:spLocks noGrp="1"/>
          </p:cNvSpPr>
          <p:nvPr>
            <p:ph type="body" sz="quarter" idx="15"/>
          </p:nvPr>
        </p:nvSpPr>
        <p:spPr/>
        <p:txBody>
          <a:bodyPr/>
          <a:lstStyle/>
          <a:p>
            <a:r>
              <a:rPr lang="en-US" dirty="0"/>
              <a:t>GET ON WITH THE DEMO!</a:t>
            </a:r>
          </a:p>
        </p:txBody>
      </p:sp>
    </p:spTree>
    <p:extLst>
      <p:ext uri="{BB962C8B-B14F-4D97-AF65-F5344CB8AC3E}">
        <p14:creationId xmlns:p14="http://schemas.microsoft.com/office/powerpoint/2010/main" val="304212914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AE10CF-0FB6-61B7-87C9-14F05B56AA3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7DDB2A-3EF6-8062-73B7-256EDDC6DA38}"/>
              </a:ext>
            </a:extLst>
          </p:cNvPr>
          <p:cNvSpPr>
            <a:spLocks noGrp="1"/>
          </p:cNvSpPr>
          <p:nvPr>
            <p:ph type="title"/>
          </p:nvPr>
        </p:nvSpPr>
        <p:spPr>
          <a:xfrm>
            <a:off x="476655" y="365125"/>
            <a:ext cx="11235446" cy="957837"/>
          </a:xfrm>
        </p:spPr>
        <p:txBody>
          <a:bodyPr anchor="t">
            <a:normAutofit/>
          </a:bodyPr>
          <a:lstStyle/>
          <a:p>
            <a:r>
              <a:rPr lang="en-US"/>
              <a:t>TERMINOLOGY</a:t>
            </a:r>
            <a:endParaRPr lang="en-US" dirty="0"/>
          </a:p>
        </p:txBody>
      </p:sp>
      <p:sp>
        <p:nvSpPr>
          <p:cNvPr id="2" name="Text Placeholder 1">
            <a:extLst>
              <a:ext uri="{FF2B5EF4-FFF2-40B4-BE49-F238E27FC236}">
                <a16:creationId xmlns:a16="http://schemas.microsoft.com/office/drawing/2014/main" id="{E68BB12B-BDCA-44AC-A669-97BA4D911457}"/>
              </a:ext>
            </a:extLst>
          </p:cNvPr>
          <p:cNvSpPr>
            <a:spLocks noGrp="1"/>
          </p:cNvSpPr>
          <p:nvPr>
            <p:ph sz="quarter" idx="10"/>
          </p:nvPr>
        </p:nvSpPr>
        <p:spPr>
          <a:xfrm>
            <a:off x="476655" y="1237785"/>
            <a:ext cx="11235446" cy="5255090"/>
          </a:xfrm>
        </p:spPr>
        <p:txBody>
          <a:bodyPr>
            <a:noAutofit/>
          </a:bodyPr>
          <a:lstStyle/>
          <a:p>
            <a:r>
              <a:rPr lang="en-US" sz="2000" b="1" dirty="0">
                <a:solidFill>
                  <a:schemeClr val="tx1">
                    <a:lumMod val="85000"/>
                  </a:schemeClr>
                </a:solidFill>
              </a:rPr>
              <a:t>Markdown</a:t>
            </a:r>
          </a:p>
          <a:p>
            <a:pPr lvl="1"/>
            <a:r>
              <a:rPr lang="en-US" dirty="0">
                <a:solidFill>
                  <a:schemeClr val="tx1">
                    <a:lumMod val="85000"/>
                  </a:schemeClr>
                </a:solidFill>
              </a:rPr>
              <a:t>A lightweight markup language that uses simple plain-text formatting, like asterisks for bold or dashes for lists, to create rich text that can be easily converted to other formats like HTML</a:t>
            </a:r>
            <a:endParaRPr lang="en-US" sz="2000" b="1" dirty="0">
              <a:solidFill>
                <a:schemeClr val="tx1">
                  <a:lumMod val="85000"/>
                </a:schemeClr>
              </a:solidFill>
            </a:endParaRPr>
          </a:p>
          <a:p>
            <a:r>
              <a:rPr lang="en-US" sz="2000" b="1" dirty="0">
                <a:solidFill>
                  <a:schemeClr val="tx1">
                    <a:lumMod val="85000"/>
                  </a:schemeClr>
                </a:solidFill>
              </a:rPr>
              <a:t>REST API</a:t>
            </a:r>
          </a:p>
          <a:p>
            <a:pPr lvl="1"/>
            <a:r>
              <a:rPr lang="en-US" dirty="0">
                <a:solidFill>
                  <a:schemeClr val="tx1">
                    <a:lumMod val="85000"/>
                  </a:schemeClr>
                </a:solidFill>
              </a:rPr>
              <a:t>Representational State Transfer Application Programming Interface - a simple and flexible design pattern that allows </a:t>
            </a:r>
            <a:r>
              <a:rPr lang="en-US" dirty="0" err="1">
                <a:solidFill>
                  <a:schemeClr val="tx1">
                    <a:lumMod val="85000"/>
                  </a:schemeClr>
                </a:solidFill>
              </a:rPr>
              <a:t>devs</a:t>
            </a:r>
            <a:r>
              <a:rPr lang="en-US" dirty="0">
                <a:solidFill>
                  <a:schemeClr val="tx1">
                    <a:lumMod val="85000"/>
                  </a:schemeClr>
                </a:solidFill>
              </a:rPr>
              <a:t> to communicate with applications or devices over the web</a:t>
            </a:r>
          </a:p>
          <a:p>
            <a:r>
              <a:rPr lang="en-US" sz="2000" b="1" dirty="0">
                <a:solidFill>
                  <a:schemeClr val="tx1">
                    <a:lumMod val="85000"/>
                  </a:schemeClr>
                </a:solidFill>
              </a:rPr>
              <a:t>Schema</a:t>
            </a:r>
          </a:p>
          <a:p>
            <a:pPr lvl="1"/>
            <a:r>
              <a:rPr lang="en-US" dirty="0">
                <a:solidFill>
                  <a:schemeClr val="tx1">
                    <a:lumMod val="85000"/>
                  </a:schemeClr>
                </a:solidFill>
              </a:rPr>
              <a:t>An API schema is a structured blueprint that defines how an API works - available endpoints, the types of requests you can make, the data formats expected, and the responses you’ll receive</a:t>
            </a:r>
          </a:p>
          <a:p>
            <a:r>
              <a:rPr lang="en-US" sz="2000" b="1" dirty="0" err="1">
                <a:solidFill>
                  <a:schemeClr val="tx1">
                    <a:lumMod val="85000"/>
                  </a:schemeClr>
                </a:solidFill>
              </a:rPr>
              <a:t>Presigned</a:t>
            </a:r>
            <a:r>
              <a:rPr lang="en-US" sz="2000" b="1" dirty="0">
                <a:solidFill>
                  <a:schemeClr val="tx1">
                    <a:lumMod val="85000"/>
                  </a:schemeClr>
                </a:solidFill>
              </a:rPr>
              <a:t> URL</a:t>
            </a:r>
          </a:p>
          <a:p>
            <a:pPr lvl="1"/>
            <a:r>
              <a:rPr lang="en-US" dirty="0">
                <a:solidFill>
                  <a:schemeClr val="tx1">
                    <a:lumMod val="85000"/>
                  </a:schemeClr>
                </a:solidFill>
              </a:rPr>
              <a:t>A temporary key that lets someone access a file for a limited time, without needing a password. Enables file uploading to a cloud storage like Amazon S3 or Google Cloud Storage</a:t>
            </a:r>
          </a:p>
          <a:p>
            <a:r>
              <a:rPr lang="en-US" sz="2000" b="1" dirty="0">
                <a:solidFill>
                  <a:schemeClr val="tx1">
                    <a:lumMod val="85000"/>
                  </a:schemeClr>
                </a:solidFill>
              </a:rPr>
              <a:t>Bearer Token</a:t>
            </a:r>
          </a:p>
          <a:p>
            <a:pPr lvl="1"/>
            <a:r>
              <a:rPr lang="en-US" dirty="0">
                <a:solidFill>
                  <a:schemeClr val="tx1">
                    <a:lumMod val="85000"/>
                  </a:schemeClr>
                </a:solidFill>
              </a:rPr>
              <a:t>A digital ‘hall pass’ you include with your request that proves you’re allowed to access an API or service</a:t>
            </a:r>
            <a:endParaRPr lang="en-US" b="1" dirty="0">
              <a:solidFill>
                <a:schemeClr val="tx1">
                  <a:lumMod val="85000"/>
                </a:schemeClr>
              </a:solidFill>
            </a:endParaRPr>
          </a:p>
          <a:p>
            <a:endParaRPr lang="en-US" dirty="0">
              <a:solidFill>
                <a:schemeClr val="tx1">
                  <a:lumMod val="85000"/>
                </a:schemeClr>
              </a:solidFill>
            </a:endParaRPr>
          </a:p>
        </p:txBody>
      </p:sp>
    </p:spTree>
    <p:extLst>
      <p:ext uri="{BB962C8B-B14F-4D97-AF65-F5344CB8AC3E}">
        <p14:creationId xmlns:p14="http://schemas.microsoft.com/office/powerpoint/2010/main" val="297571983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3EA43-ACF8-7776-D63C-49CFF013AC58}"/>
              </a:ext>
            </a:extLst>
          </p:cNvPr>
          <p:cNvSpPr>
            <a:spLocks noGrp="1"/>
          </p:cNvSpPr>
          <p:nvPr>
            <p:ph type="title"/>
          </p:nvPr>
        </p:nvSpPr>
        <p:spPr/>
        <p:txBody>
          <a:bodyPr/>
          <a:lstStyle/>
          <a:p>
            <a:endParaRPr lang="en-US"/>
          </a:p>
        </p:txBody>
      </p:sp>
      <p:pic>
        <p:nvPicPr>
          <p:cNvPr id="1026" name="Picture 2">
            <a:extLst>
              <a:ext uri="{FF2B5EF4-FFF2-40B4-BE49-F238E27FC236}">
                <a16:creationId xmlns:a16="http://schemas.microsoft.com/office/drawing/2014/main" id="{5D6EDE7A-B8A9-F515-9842-15944ACE4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12192000" cy="6850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772418"/>
      </p:ext>
    </p:extLst>
  </p:cSld>
  <p:clrMapOvr>
    <a:masterClrMapping/>
  </p:clrMapOvr>
  <p:transition>
    <p:fade/>
  </p:transition>
</p:sld>
</file>

<file path=ppt/theme/theme1.xml><?xml version="1.0" encoding="utf-8"?>
<a:theme xmlns:a="http://schemas.openxmlformats.org/drawingml/2006/main" name="2025 - Hyland Template">
  <a:themeElements>
    <a:clrScheme name="Hyland Theme Colors 2025">
      <a:dk1>
        <a:srgbClr val="000000"/>
      </a:dk1>
      <a:lt1>
        <a:srgbClr val="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Theme Fonts 2025">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0000"/>
          </a:lnSpc>
          <a:spcBef>
            <a:spcPts val="600"/>
          </a:spcBef>
          <a:defRPr dirty="0" err="1"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600"/>
          </a:spcBef>
          <a:defRPr dirty="0" err="1" smtClean="0">
            <a:solidFill>
              <a:schemeClr val="accent1"/>
            </a:solidFill>
          </a:defRPr>
        </a:defPPr>
      </a:lstStyle>
    </a:txDef>
  </a:objectDefaults>
  <a:extraClrSchemeLst/>
  <a:custClrLst>
    <a:custClr name="Hylabd Teal">
      <a:srgbClr val="13EAC1"/>
    </a:custClr>
    <a:custClr name="Hyland Purple">
      <a:srgbClr val="6E33FF"/>
    </a:custClr>
    <a:custClr name="Hyland Blue">
      <a:srgbClr val="52A1FF"/>
    </a:custClr>
    <a:custClr name="Hyland Yellow">
      <a:srgbClr val="F1CB61"/>
    </a:custClr>
    <a:custClr name="Hyland Dark Blue">
      <a:srgbClr val="191F5E"/>
    </a:custClr>
    <a:custClr name="BLANK">
      <a:srgbClr val="FFFFFF"/>
    </a:custClr>
    <a:custClr name="BLANK">
      <a:srgbClr val="FFFFFF"/>
    </a:custClr>
    <a:custClr name="BLANK">
      <a:srgbClr val="FFFFFF"/>
    </a:custClr>
    <a:custClr name="BLANK">
      <a:srgbClr val="FFFFFF"/>
    </a:custClr>
    <a:custClr name="BLANK">
      <a:srgbClr val="FFFFFF"/>
    </a:custClr>
    <a:custClr name="Hyland Teal 60">
      <a:srgbClr val="70F2DA"/>
    </a:custClr>
    <a:custClr name="Hyland Purple 60">
      <a:srgbClr val="A785FF"/>
    </a:custClr>
    <a:custClr name="Hyland Blue 60">
      <a:srgbClr val="97C7FF"/>
    </a:custClr>
    <a:custClr name="Hyland Yellow 60">
      <a:srgbClr val="F7E0A0"/>
    </a:custClr>
    <a:custClr name="Hyland Dark Blue 80">
      <a:srgbClr val="75799E"/>
    </a:custClr>
    <a:custClr name="BLANK">
      <a:srgbClr val="FFFFFF"/>
    </a:custClr>
    <a:custClr name="BLANK">
      <a:srgbClr val="FFFFFF"/>
    </a:custClr>
    <a:custClr name="BLANK">
      <a:srgbClr val="FFFFFF"/>
    </a:custClr>
    <a:custClr name="BLANK">
      <a:srgbClr val="FFFFFF"/>
    </a:custClr>
    <a:custClr name="BLANK">
      <a:srgbClr val="FFFFFF"/>
    </a:custClr>
    <a:custClr name="Hyland Teal 30">
      <a:srgbClr val="B9F9EC"/>
    </a:custClr>
    <a:custClr name="Hyland Purple 30">
      <a:srgbClr val="D3C2FF"/>
    </a:custClr>
    <a:custClr name="Hyland Blue 30">
      <a:srgbClr val="CAE3FF"/>
    </a:custClr>
    <a:custClr name="Hyland Yellow 30">
      <a:srgbClr val="FBEFD0"/>
    </a:custClr>
    <a:custClr name="Hyland Dark Blue 30">
      <a:srgbClr val="BABCCF"/>
    </a:custClr>
  </a:custClrLst>
  <a:extLst>
    <a:ext uri="{05A4C25C-085E-4340-85A3-A5531E510DB2}">
      <thm15:themeFamily xmlns:thm15="http://schemas.microsoft.com/office/thememl/2012/main" name="2025 Hyland PowerPoint Template" id="{8E8A20F4-D6FB-4456-B9B9-064521B42A63}" vid="{AAAC8DC8-8542-4DBF-B6E0-CA5C29E12CC0}"/>
    </a:ext>
  </a:extLst>
</a:theme>
</file>

<file path=ppt/theme/theme2.xml><?xml version="1.0" encoding="utf-8"?>
<a:theme xmlns:a="http://schemas.openxmlformats.org/drawingml/2006/main" name="Office Theme">
  <a:themeElements>
    <a:clrScheme name="Hyland Color Theme">
      <a:dk1>
        <a:sysClr val="windowText" lastClr="000000"/>
      </a:dk1>
      <a:lt1>
        <a:sysClr val="window" lastClr="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Hyland Color Theme">
      <a:dk1>
        <a:sysClr val="windowText" lastClr="000000"/>
      </a:dk1>
      <a:lt1>
        <a:sysClr val="window" lastClr="FFFFFF"/>
      </a:lt1>
      <a:dk2>
        <a:srgbClr val="191F5E"/>
      </a:dk2>
      <a:lt2>
        <a:srgbClr val="F4F6FE"/>
      </a:lt2>
      <a:accent1>
        <a:srgbClr val="13EAC1"/>
      </a:accent1>
      <a:accent2>
        <a:srgbClr val="6E33FF"/>
      </a:accent2>
      <a:accent3>
        <a:srgbClr val="52A1FF"/>
      </a:accent3>
      <a:accent4>
        <a:srgbClr val="F1CB61"/>
      </a:accent4>
      <a:accent5>
        <a:srgbClr val="67709A"/>
      </a:accent5>
      <a:accent6>
        <a:srgbClr val="B3B7CC"/>
      </a:accent6>
      <a:hlink>
        <a:srgbClr val="6E33FF"/>
      </a:hlink>
      <a:folHlink>
        <a:srgbClr val="A785FF"/>
      </a:folHlink>
    </a:clrScheme>
    <a:fontScheme name="Hyland">
      <a:majorFont>
        <a:latin typeface="Arial Nov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2025 Hyland PowerPoint Template</Template>
  <TotalTime>125989</TotalTime>
  <Words>3939</Words>
  <Application>Microsoft Macintosh PowerPoint</Application>
  <PresentationFormat>Widescreen</PresentationFormat>
  <Paragraphs>325</Paragraphs>
  <Slides>25</Slides>
  <Notes>20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Arial Nova</vt:lpstr>
      <vt:lpstr>Source Sans Pro</vt:lpstr>
      <vt:lpstr>Wingdings</vt:lpstr>
      <vt:lpstr>2025 - Hyland Template</vt:lpstr>
      <vt:lpstr>Introduction to Hyland Knowledge Enrichment</vt:lpstr>
      <vt:lpstr>Knowledge Enrichment Getting Familiar</vt:lpstr>
      <vt:lpstr>KD, AB, KE.. What’s the Difference?</vt:lpstr>
      <vt:lpstr>PowerPoint Presentation</vt:lpstr>
      <vt:lpstr>KNOWLEDGE ENRICHMENT - DEFINED</vt:lpstr>
      <vt:lpstr>TERMINOLOGY</vt:lpstr>
      <vt:lpstr>A KNOWLEDGE ENRICHMENT PROCESS</vt:lpstr>
      <vt:lpstr>HYLAND’S KNOWLEDGE ENRICHMENT Service</vt:lpstr>
      <vt:lpstr>Knowledge Enrichment is an API Environment</vt:lpstr>
      <vt:lpstr>What can this service really 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HYLAND’S KNOWLEDGE ENRICHMENT Workstreams</vt:lpstr>
      <vt:lpstr>PowerPoint Presentation</vt:lpstr>
      <vt:lpstr>HYLAND’S KNOWELDGE ENRICHMENT PROCESS The User Perspective</vt:lpstr>
      <vt:lpstr>9SI Demo: Knowledge Enrichment </vt:lpstr>
      <vt:lpstr>9SI Demo: Knowledge Discovery </vt:lpstr>
      <vt:lpstr>Using Hyland’s Knowledge Enrichment</vt:lpstr>
      <vt:lpstr>TERMINOLOGY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Burdett</dc:creator>
  <cp:lastModifiedBy>Greg Bousley</cp:lastModifiedBy>
  <cp:revision>361</cp:revision>
  <cp:lastPrinted>2025-03-14T19:50:10Z</cp:lastPrinted>
  <dcterms:created xsi:type="dcterms:W3CDTF">2025-03-17T20:19:22Z</dcterms:created>
  <dcterms:modified xsi:type="dcterms:W3CDTF">2026-10-15T16:06:21Z</dcterms:modified>
</cp:coreProperties>
</file>